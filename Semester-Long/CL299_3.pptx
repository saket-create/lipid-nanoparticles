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18" r:id="rId2"/>
    <p:sldId id="322" r:id="rId3"/>
    <p:sldId id="325" r:id="rId4"/>
    <p:sldId id="326" r:id="rId5"/>
    <p:sldId id="327" r:id="rId6"/>
    <p:sldId id="321" r:id="rId7"/>
    <p:sldId id="323" r:id="rId8"/>
    <p:sldId id="324" r:id="rId9"/>
    <p:sldId id="306" r:id="rId10"/>
    <p:sldId id="262" r:id="rId11"/>
    <p:sldId id="307" r:id="rId12"/>
    <p:sldId id="309" r:id="rId13"/>
    <p:sldId id="308" r:id="rId14"/>
    <p:sldId id="314" r:id="rId15"/>
    <p:sldId id="310" r:id="rId16"/>
    <p:sldId id="315" r:id="rId17"/>
    <p:sldId id="317" r:id="rId18"/>
    <p:sldId id="319" r:id="rId19"/>
    <p:sldId id="311" r:id="rId20"/>
    <p:sldId id="316" r:id="rId21"/>
    <p:sldId id="312" r:id="rId22"/>
    <p:sldId id="320" r:id="rId23"/>
    <p:sldId id="328" r:id="rId24"/>
    <p:sldId id="329" r:id="rId25"/>
    <p:sldId id="26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0EAA6-CCC1-AC42-1BC0-A5B41AB2F91F}" v="30" dt="2026-02-15T19:43:09.471"/>
    <p1510:client id="{3553C659-992B-5173-6443-AB375637F8DA}" v="5" dt="2026-02-16T10:58:58.002"/>
    <p1510:client id="{C02A0563-F853-64DE-1AB6-28EC36D1D6F8}" v="47" dt="2026-02-15T19:46:56.128"/>
    <p1510:client id="{F8EB653B-5414-4E30-B70A-F513C75B16CD}" v="165" dt="2026-02-16T10:57:51.869"/>
    <p1510:client id="{FCF91F66-7D2E-270A-FBB2-C156E1E06919}" v="21" dt="2026-02-16T10:46:28.202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02A0563-F853-64DE-1AB6-28EC36D1D6F8}"/>
    <pc:docChg chg="addSld modSld">
      <pc:chgData name="Guest User" userId="" providerId="Windows Live" clId="Web-{C02A0563-F853-64DE-1AB6-28EC36D1D6F8}" dt="2026-02-15T19:46:56.128" v="54" actId="20577"/>
      <pc:docMkLst>
        <pc:docMk/>
      </pc:docMkLst>
      <pc:sldChg chg="modSp">
        <pc:chgData name="Guest User" userId="" providerId="Windows Live" clId="Web-{C02A0563-F853-64DE-1AB6-28EC36D1D6F8}" dt="2026-02-15T19:38:49.869" v="21" actId="20577"/>
        <pc:sldMkLst>
          <pc:docMk/>
          <pc:sldMk cId="3821141647" sldId="320"/>
        </pc:sldMkLst>
        <pc:spChg chg="mod">
          <ac:chgData name="Guest User" userId="" providerId="Windows Live" clId="Web-{C02A0563-F853-64DE-1AB6-28EC36D1D6F8}" dt="2026-02-15T19:38:49.869" v="21" actId="20577"/>
          <ac:spMkLst>
            <pc:docMk/>
            <pc:sldMk cId="3821141647" sldId="320"/>
            <ac:spMk id="3" creationId="{2F356EE5-B9C8-5273-BB2B-EBDF37961A0A}"/>
          </ac:spMkLst>
        </pc:spChg>
      </pc:sldChg>
      <pc:sldChg chg="modSp new">
        <pc:chgData name="Guest User" userId="" providerId="Windows Live" clId="Web-{C02A0563-F853-64DE-1AB6-28EC36D1D6F8}" dt="2026-02-15T19:41:03.200" v="42" actId="20577"/>
        <pc:sldMkLst>
          <pc:docMk/>
          <pc:sldMk cId="4279791952" sldId="328"/>
        </pc:sldMkLst>
        <pc:spChg chg="mod">
          <ac:chgData name="Guest User" userId="" providerId="Windows Live" clId="Web-{C02A0563-F853-64DE-1AB6-28EC36D1D6F8}" dt="2026-02-15T19:41:03.200" v="42" actId="20577"/>
          <ac:spMkLst>
            <pc:docMk/>
            <pc:sldMk cId="4279791952" sldId="328"/>
            <ac:spMk id="3" creationId="{9C16412F-2E04-809F-D272-37140C8D85D7}"/>
          </ac:spMkLst>
        </pc:spChg>
      </pc:sldChg>
      <pc:sldChg chg="modSp new">
        <pc:chgData name="Guest User" userId="" providerId="Windows Live" clId="Web-{C02A0563-F853-64DE-1AB6-28EC36D1D6F8}" dt="2026-02-15T19:45:43.564" v="47" actId="20577"/>
        <pc:sldMkLst>
          <pc:docMk/>
          <pc:sldMk cId="1071778284" sldId="329"/>
        </pc:sldMkLst>
        <pc:spChg chg="mod">
          <ac:chgData name="Guest User" userId="" providerId="Windows Live" clId="Web-{C02A0563-F853-64DE-1AB6-28EC36D1D6F8}" dt="2026-02-15T19:45:43.564" v="47" actId="20577"/>
          <ac:spMkLst>
            <pc:docMk/>
            <pc:sldMk cId="1071778284" sldId="329"/>
            <ac:spMk id="3" creationId="{9291579F-1F36-88E2-78B1-2C549B3DB381}"/>
          </ac:spMkLst>
        </pc:spChg>
      </pc:sldChg>
      <pc:sldChg chg="modSp new">
        <pc:chgData name="Guest User" userId="" providerId="Windows Live" clId="Web-{C02A0563-F853-64DE-1AB6-28EC36D1D6F8}" dt="2026-02-15T19:46:56.128" v="54" actId="20577"/>
        <pc:sldMkLst>
          <pc:docMk/>
          <pc:sldMk cId="3778195562" sldId="330"/>
        </pc:sldMkLst>
        <pc:spChg chg="mod">
          <ac:chgData name="Guest User" userId="" providerId="Windows Live" clId="Web-{C02A0563-F853-64DE-1AB6-28EC36D1D6F8}" dt="2026-02-15T19:46:56.128" v="54" actId="20577"/>
          <ac:spMkLst>
            <pc:docMk/>
            <pc:sldMk cId="3778195562" sldId="330"/>
            <ac:spMk id="3" creationId="{27B69CCB-7568-5861-62CD-7BC3E4CB67AE}"/>
          </ac:spMkLst>
        </pc:spChg>
      </pc:sldChg>
    </pc:docChg>
  </pc:docChgLst>
  <pc:docChgLst>
    <pc:chgData name="Guest User" providerId="Windows Live" clId="Web-{0AE0EAA6-CCC1-AC42-1BC0-A5B41AB2F91F}"/>
    <pc:docChg chg="modSld">
      <pc:chgData name="Guest User" userId="" providerId="Windows Live" clId="Web-{0AE0EAA6-CCC1-AC42-1BC0-A5B41AB2F91F}" dt="2026-02-15T19:43:09.471" v="34" actId="20577"/>
      <pc:docMkLst>
        <pc:docMk/>
      </pc:docMkLst>
      <pc:sldChg chg="modSp">
        <pc:chgData name="Guest User" userId="" providerId="Windows Live" clId="Web-{0AE0EAA6-CCC1-AC42-1BC0-A5B41AB2F91F}" dt="2026-02-15T19:43:09.471" v="34" actId="20577"/>
        <pc:sldMkLst>
          <pc:docMk/>
          <pc:sldMk cId="3821141647" sldId="320"/>
        </pc:sldMkLst>
        <pc:spChg chg="mod">
          <ac:chgData name="Guest User" userId="" providerId="Windows Live" clId="Web-{0AE0EAA6-CCC1-AC42-1BC0-A5B41AB2F91F}" dt="2026-02-15T19:43:09.471" v="34" actId="20577"/>
          <ac:spMkLst>
            <pc:docMk/>
            <pc:sldMk cId="3821141647" sldId="320"/>
            <ac:spMk id="3" creationId="{2F356EE5-B9C8-5273-BB2B-EBDF37961A0A}"/>
          </ac:spMkLst>
        </pc:spChg>
      </pc:sldChg>
      <pc:sldChg chg="delSp">
        <pc:chgData name="Guest User" userId="" providerId="Windows Live" clId="Web-{0AE0EAA6-CCC1-AC42-1BC0-A5B41AB2F91F}" dt="2026-02-15T19:41:11.147" v="20"/>
        <pc:sldMkLst>
          <pc:docMk/>
          <pc:sldMk cId="4279791952" sldId="328"/>
        </pc:sldMkLst>
        <pc:spChg chg="del">
          <ac:chgData name="Guest User" userId="" providerId="Windows Live" clId="Web-{0AE0EAA6-CCC1-AC42-1BC0-A5B41AB2F91F}" dt="2026-02-15T19:41:11.147" v="20"/>
          <ac:spMkLst>
            <pc:docMk/>
            <pc:sldMk cId="4279791952" sldId="328"/>
            <ac:spMk id="2" creationId="{DCD6DC26-F0E5-4EA9-52DE-6FFA0E790407}"/>
          </ac:spMkLst>
        </pc:spChg>
      </pc:sldChg>
      <pc:sldChg chg="delSp modSp">
        <pc:chgData name="Guest User" userId="" providerId="Windows Live" clId="Web-{0AE0EAA6-CCC1-AC42-1BC0-A5B41AB2F91F}" dt="2026-02-15T19:42:59.549" v="33" actId="20577"/>
        <pc:sldMkLst>
          <pc:docMk/>
          <pc:sldMk cId="1071778284" sldId="329"/>
        </pc:sldMkLst>
        <pc:spChg chg="del">
          <ac:chgData name="Guest User" userId="" providerId="Windows Live" clId="Web-{0AE0EAA6-CCC1-AC42-1BC0-A5B41AB2F91F}" dt="2026-02-15T19:41:18.604" v="21"/>
          <ac:spMkLst>
            <pc:docMk/>
            <pc:sldMk cId="1071778284" sldId="329"/>
            <ac:spMk id="2" creationId="{325F5FED-2DF5-9A43-6FFD-87B5131FFB5A}"/>
          </ac:spMkLst>
        </pc:spChg>
        <pc:spChg chg="mod">
          <ac:chgData name="Guest User" userId="" providerId="Windows Live" clId="Web-{0AE0EAA6-CCC1-AC42-1BC0-A5B41AB2F91F}" dt="2026-02-15T19:42:59.549" v="33" actId="20577"/>
          <ac:spMkLst>
            <pc:docMk/>
            <pc:sldMk cId="1071778284" sldId="329"/>
            <ac:spMk id="3" creationId="{9291579F-1F36-88E2-78B1-2C549B3DB381}"/>
          </ac:spMkLst>
        </pc:spChg>
      </pc:sldChg>
    </pc:docChg>
  </pc:docChgLst>
  <pc:docChgLst>
    <pc:chgData name="Guest User" providerId="Windows Live" clId="Web-{3553C659-992B-5173-6443-AB375637F8DA}"/>
    <pc:docChg chg="modSld">
      <pc:chgData name="Guest User" userId="" providerId="Windows Live" clId="Web-{3553C659-992B-5173-6443-AB375637F8DA}" dt="2026-02-16T10:58:58.002" v="4" actId="20577"/>
      <pc:docMkLst>
        <pc:docMk/>
      </pc:docMkLst>
      <pc:sldChg chg="modSp">
        <pc:chgData name="Guest User" userId="" providerId="Windows Live" clId="Web-{3553C659-992B-5173-6443-AB375637F8DA}" dt="2026-02-16T10:58:58.002" v="4" actId="20577"/>
        <pc:sldMkLst>
          <pc:docMk/>
          <pc:sldMk cId="2046010239" sldId="322"/>
        </pc:sldMkLst>
        <pc:spChg chg="mod">
          <ac:chgData name="Guest User" userId="" providerId="Windows Live" clId="Web-{3553C659-992B-5173-6443-AB375637F8DA}" dt="2026-02-16T10:58:58.002" v="4" actId="20577"/>
          <ac:spMkLst>
            <pc:docMk/>
            <pc:sldMk cId="2046010239" sldId="322"/>
            <ac:spMk id="3" creationId="{765AAEA0-B4BA-F752-D856-675DD5D1325D}"/>
          </ac:spMkLst>
        </pc:spChg>
      </pc:sldChg>
    </pc:docChg>
  </pc:docChgLst>
  <pc:docChgLst>
    <pc:chgData name="Guest User" providerId="Windows Live" clId="Web-{FCF91F66-7D2E-270A-FBB2-C156E1E06919}"/>
    <pc:docChg chg="modSld">
      <pc:chgData name="Guest User" userId="" providerId="Windows Live" clId="Web-{FCF91F66-7D2E-270A-FBB2-C156E1E06919}" dt="2026-02-16T10:46:28.202" v="19" actId="1076"/>
      <pc:docMkLst>
        <pc:docMk/>
      </pc:docMkLst>
      <pc:sldChg chg="modSp">
        <pc:chgData name="Guest User" userId="" providerId="Windows Live" clId="Web-{FCF91F66-7D2E-270A-FBB2-C156E1E06919}" dt="2026-02-16T10:22:57.643" v="15" actId="20577"/>
        <pc:sldMkLst>
          <pc:docMk/>
          <pc:sldMk cId="3116747107" sldId="321"/>
        </pc:sldMkLst>
        <pc:spChg chg="mod">
          <ac:chgData name="Guest User" userId="" providerId="Windows Live" clId="Web-{FCF91F66-7D2E-270A-FBB2-C156E1E06919}" dt="2026-02-16T10:22:57.643" v="15" actId="20577"/>
          <ac:spMkLst>
            <pc:docMk/>
            <pc:sldMk cId="3116747107" sldId="321"/>
            <ac:spMk id="3" creationId="{4AE25508-D3E0-1946-C78F-E4FDB45BA6DF}"/>
          </ac:spMkLst>
        </pc:spChg>
      </pc:sldChg>
      <pc:sldChg chg="modSp">
        <pc:chgData name="Guest User" userId="" providerId="Windows Live" clId="Web-{FCF91F66-7D2E-270A-FBB2-C156E1E06919}" dt="2026-02-16T10:46:28.202" v="19" actId="1076"/>
        <pc:sldMkLst>
          <pc:docMk/>
          <pc:sldMk cId="1901853619" sldId="323"/>
        </pc:sldMkLst>
        <pc:picChg chg="mod">
          <ac:chgData name="Guest User" userId="" providerId="Windows Live" clId="Web-{FCF91F66-7D2E-270A-FBB2-C156E1E06919}" dt="2026-02-16T10:46:22.045" v="17" actId="1076"/>
          <ac:picMkLst>
            <pc:docMk/>
            <pc:sldMk cId="1901853619" sldId="323"/>
            <ac:picMk id="4" creationId="{0E459482-53A9-A6D2-1B64-25DE0F42BFDE}"/>
          </ac:picMkLst>
        </pc:picChg>
        <pc:picChg chg="mod">
          <ac:chgData name="Guest User" userId="" providerId="Windows Live" clId="Web-{FCF91F66-7D2E-270A-FBB2-C156E1E06919}" dt="2026-02-16T10:46:28.202" v="19" actId="1076"/>
          <ac:picMkLst>
            <pc:docMk/>
            <pc:sldMk cId="1901853619" sldId="323"/>
            <ac:picMk id="8" creationId="{1187BAC6-7631-E87B-B5FB-7D0B19C1FF73}"/>
          </ac:picMkLst>
        </pc:picChg>
      </pc:sldChg>
    </pc:docChg>
  </pc:docChgLst>
  <pc:docChgLst>
    <pc:chgData name="Saket Jonwal" userId="e987aff2cc526e99" providerId="LiveId" clId="{E7F24A9B-30E1-403B-835C-32C2FE2C0384}"/>
    <pc:docChg chg="undo redo custSel addSld delSld modSld sldOrd">
      <pc:chgData name="Saket Jonwal" userId="e987aff2cc526e99" providerId="LiveId" clId="{E7F24A9B-30E1-403B-835C-32C2FE2C0384}" dt="2026-02-16T10:57:51.869" v="4694" actId="20577"/>
      <pc:docMkLst>
        <pc:docMk/>
      </pc:docMkLst>
      <pc:sldChg chg="modSp mod">
        <pc:chgData name="Saket Jonwal" userId="e987aff2cc526e99" providerId="LiveId" clId="{E7F24A9B-30E1-403B-835C-32C2FE2C0384}" dt="2026-02-14T19:40:25.341" v="336" actId="1076"/>
        <pc:sldMkLst>
          <pc:docMk/>
          <pc:sldMk cId="1114270663" sldId="262"/>
        </pc:sldMkLst>
        <pc:spChg chg="mod">
          <ac:chgData name="Saket Jonwal" userId="e987aff2cc526e99" providerId="LiveId" clId="{E7F24A9B-30E1-403B-835C-32C2FE2C0384}" dt="2026-02-14T19:40:25.341" v="336" actId="1076"/>
          <ac:spMkLst>
            <pc:docMk/>
            <pc:sldMk cId="1114270663" sldId="262"/>
            <ac:spMk id="2" creationId="{8456AC0B-3B34-AB01-0716-00A5F5E1A7B3}"/>
          </ac:spMkLst>
        </pc:spChg>
        <pc:spChg chg="mod">
          <ac:chgData name="Saket Jonwal" userId="e987aff2cc526e99" providerId="LiveId" clId="{E7F24A9B-30E1-403B-835C-32C2FE2C0384}" dt="2026-02-14T19:36:31.177" v="312" actId="1076"/>
          <ac:spMkLst>
            <pc:docMk/>
            <pc:sldMk cId="1114270663" sldId="262"/>
            <ac:spMk id="3" creationId="{66AC566B-188F-14FD-0EDC-589BB9A76C1F}"/>
          </ac:spMkLst>
        </pc:spChg>
      </pc:sldChg>
      <pc:sldChg chg="delSp del">
        <pc:chgData name="Saket Jonwal" userId="e987aff2cc526e99" providerId="LiveId" clId="{E7F24A9B-30E1-403B-835C-32C2FE2C0384}" dt="2026-02-15T11:08:22.437" v="1068" actId="47"/>
        <pc:sldMkLst>
          <pc:docMk/>
          <pc:sldMk cId="2408524878" sldId="263"/>
        </pc:sldMkLst>
        <pc:spChg chg="del">
          <ac:chgData name="Saket Jonwal" userId="e987aff2cc526e99" providerId="LiveId" clId="{E7F24A9B-30E1-403B-835C-32C2FE2C0384}" dt="2026-02-15T11:08:15.831" v="1066" actId="21"/>
          <ac:spMkLst>
            <pc:docMk/>
            <pc:sldMk cId="2408524878" sldId="263"/>
            <ac:spMk id="2" creationId="{4F0C140A-20AD-69BF-589F-D2CDF172898F}"/>
          </ac:spMkLst>
        </pc:spChg>
        <pc:spChg chg="del">
          <ac:chgData name="Saket Jonwal" userId="e987aff2cc526e99" providerId="LiveId" clId="{E7F24A9B-30E1-403B-835C-32C2FE2C0384}" dt="2026-02-15T11:08:15.831" v="1066" actId="21"/>
          <ac:spMkLst>
            <pc:docMk/>
            <pc:sldMk cId="2408524878" sldId="263"/>
            <ac:spMk id="3" creationId="{B95471F8-55B2-3E4C-9B73-C3DB1A893BE2}"/>
          </ac:spMkLst>
        </pc:spChg>
        <pc:spChg chg="del">
          <ac:chgData name="Saket Jonwal" userId="e987aff2cc526e99" providerId="LiveId" clId="{E7F24A9B-30E1-403B-835C-32C2FE2C0384}" dt="2026-02-15T11:08:15.831" v="1066" actId="21"/>
          <ac:spMkLst>
            <pc:docMk/>
            <pc:sldMk cId="2408524878" sldId="263"/>
            <ac:spMk id="4" creationId="{4BEEED14-BB8F-2B6E-573E-BB01F0454DD1}"/>
          </ac:spMkLst>
        </pc:spChg>
        <pc:spChg chg="del">
          <ac:chgData name="Saket Jonwal" userId="e987aff2cc526e99" providerId="LiveId" clId="{E7F24A9B-30E1-403B-835C-32C2FE2C0384}" dt="2026-02-15T11:08:15.831" v="1066" actId="21"/>
          <ac:spMkLst>
            <pc:docMk/>
            <pc:sldMk cId="2408524878" sldId="263"/>
            <ac:spMk id="5" creationId="{4A1E313D-7B1D-B6B4-4094-4008CCCEEF2A}"/>
          </ac:spMkLst>
        </pc:spChg>
        <pc:spChg chg="del">
          <ac:chgData name="Saket Jonwal" userId="e987aff2cc526e99" providerId="LiveId" clId="{E7F24A9B-30E1-403B-835C-32C2FE2C0384}" dt="2026-02-15T11:08:15.831" v="1066" actId="21"/>
          <ac:spMkLst>
            <pc:docMk/>
            <pc:sldMk cId="2408524878" sldId="263"/>
            <ac:spMk id="6" creationId="{A2438E97-A9BD-C4C8-D872-0F9A95D67111}"/>
          </ac:spMkLst>
        </pc:spChg>
        <pc:picChg chg="del">
          <ac:chgData name="Saket Jonwal" userId="e987aff2cc526e99" providerId="LiveId" clId="{E7F24A9B-30E1-403B-835C-32C2FE2C0384}" dt="2026-02-15T11:08:15.831" v="1066" actId="21"/>
          <ac:picMkLst>
            <pc:docMk/>
            <pc:sldMk cId="2408524878" sldId="263"/>
            <ac:picMk id="2050" creationId="{364D75EF-2CC9-7EEB-1DBE-EA0605B2651E}"/>
          </ac:picMkLst>
        </pc:picChg>
      </pc:sldChg>
      <pc:sldChg chg="modSp mod">
        <pc:chgData name="Saket Jonwal" userId="e987aff2cc526e99" providerId="LiveId" clId="{E7F24A9B-30E1-403B-835C-32C2FE2C0384}" dt="2026-02-14T20:35:13.828" v="612" actId="20577"/>
        <pc:sldMkLst>
          <pc:docMk/>
          <pc:sldMk cId="647779714" sldId="306"/>
        </pc:sldMkLst>
        <pc:spChg chg="mod">
          <ac:chgData name="Saket Jonwal" userId="e987aff2cc526e99" providerId="LiveId" clId="{E7F24A9B-30E1-403B-835C-32C2FE2C0384}" dt="2026-02-14T20:35:13.828" v="612" actId="20577"/>
          <ac:spMkLst>
            <pc:docMk/>
            <pc:sldMk cId="647779714" sldId="306"/>
            <ac:spMk id="3" creationId="{86672D93-7246-8F74-A54A-9EECC0F6A1E6}"/>
          </ac:spMkLst>
        </pc:spChg>
      </pc:sldChg>
      <pc:sldChg chg="modSp new mod">
        <pc:chgData name="Saket Jonwal" userId="e987aff2cc526e99" providerId="LiveId" clId="{E7F24A9B-30E1-403B-835C-32C2FE2C0384}" dt="2026-02-14T19:58:03.940" v="585" actId="20577"/>
        <pc:sldMkLst>
          <pc:docMk/>
          <pc:sldMk cId="2839106346" sldId="307"/>
        </pc:sldMkLst>
        <pc:spChg chg="mod">
          <ac:chgData name="Saket Jonwal" userId="e987aff2cc526e99" providerId="LiveId" clId="{E7F24A9B-30E1-403B-835C-32C2FE2C0384}" dt="2026-02-14T19:45:39.651" v="452" actId="255"/>
          <ac:spMkLst>
            <pc:docMk/>
            <pc:sldMk cId="2839106346" sldId="307"/>
            <ac:spMk id="2" creationId="{53547CC1-75E6-6BDA-E042-C505F1B6AD3F}"/>
          </ac:spMkLst>
        </pc:spChg>
        <pc:spChg chg="mod">
          <ac:chgData name="Saket Jonwal" userId="e987aff2cc526e99" providerId="LiveId" clId="{E7F24A9B-30E1-403B-835C-32C2FE2C0384}" dt="2026-02-14T19:58:03.940" v="585" actId="20577"/>
          <ac:spMkLst>
            <pc:docMk/>
            <pc:sldMk cId="2839106346" sldId="307"/>
            <ac:spMk id="3" creationId="{CA8C42EC-311A-06EA-90C2-80CDFD71478F}"/>
          </ac:spMkLst>
        </pc:spChg>
      </pc:sldChg>
      <pc:sldChg chg="modSp new mod ord">
        <pc:chgData name="Saket Jonwal" userId="e987aff2cc526e99" providerId="LiveId" clId="{E7F24A9B-30E1-403B-835C-32C2FE2C0384}" dt="2026-02-14T20:09:29.496" v="603"/>
        <pc:sldMkLst>
          <pc:docMk/>
          <pc:sldMk cId="1088244931" sldId="308"/>
        </pc:sldMkLst>
        <pc:spChg chg="mod">
          <ac:chgData name="Saket Jonwal" userId="e987aff2cc526e99" providerId="LiveId" clId="{E7F24A9B-30E1-403B-835C-32C2FE2C0384}" dt="2026-02-14T19:47:17.050" v="516" actId="20577"/>
          <ac:spMkLst>
            <pc:docMk/>
            <pc:sldMk cId="1088244931" sldId="308"/>
            <ac:spMk id="2" creationId="{A439F2C3-A626-24EC-7CD5-47B88EA98F48}"/>
          </ac:spMkLst>
        </pc:spChg>
        <pc:spChg chg="mod">
          <ac:chgData name="Saket Jonwal" userId="e987aff2cc526e99" providerId="LiveId" clId="{E7F24A9B-30E1-403B-835C-32C2FE2C0384}" dt="2026-02-14T19:57:53.553" v="581" actId="20577"/>
          <ac:spMkLst>
            <pc:docMk/>
            <pc:sldMk cId="1088244931" sldId="308"/>
            <ac:spMk id="3" creationId="{3A10BFBC-3572-A16F-CD94-3410D53412ED}"/>
          </ac:spMkLst>
        </pc:spChg>
      </pc:sldChg>
      <pc:sldChg chg="modSp new mod">
        <pc:chgData name="Saket Jonwal" userId="e987aff2cc526e99" providerId="LiveId" clId="{E7F24A9B-30E1-403B-835C-32C2FE2C0384}" dt="2026-02-14T20:00:37.787" v="597" actId="20577"/>
        <pc:sldMkLst>
          <pc:docMk/>
          <pc:sldMk cId="262171394" sldId="309"/>
        </pc:sldMkLst>
        <pc:spChg chg="mod">
          <ac:chgData name="Saket Jonwal" userId="e987aff2cc526e99" providerId="LiveId" clId="{E7F24A9B-30E1-403B-835C-32C2FE2C0384}" dt="2026-02-14T19:56:14.288" v="561" actId="20577"/>
          <ac:spMkLst>
            <pc:docMk/>
            <pc:sldMk cId="262171394" sldId="309"/>
            <ac:spMk id="2" creationId="{E4D3C5DD-B0E8-4D0B-3B4A-8E163EA9DAE0}"/>
          </ac:spMkLst>
        </pc:spChg>
        <pc:spChg chg="mod">
          <ac:chgData name="Saket Jonwal" userId="e987aff2cc526e99" providerId="LiveId" clId="{E7F24A9B-30E1-403B-835C-32C2FE2C0384}" dt="2026-02-14T20:00:37.787" v="597" actId="20577"/>
          <ac:spMkLst>
            <pc:docMk/>
            <pc:sldMk cId="262171394" sldId="309"/>
            <ac:spMk id="3" creationId="{AFE86B7A-3681-67D7-B10A-0CCC740307FC}"/>
          </ac:spMkLst>
        </pc:spChg>
      </pc:sldChg>
      <pc:sldChg chg="addSp delSp modSp new mod">
        <pc:chgData name="Saket Jonwal" userId="e987aff2cc526e99" providerId="LiveId" clId="{E7F24A9B-30E1-403B-835C-32C2FE2C0384}" dt="2026-02-15T11:50:05.387" v="1238" actId="1076"/>
        <pc:sldMkLst>
          <pc:docMk/>
          <pc:sldMk cId="2593211732" sldId="310"/>
        </pc:sldMkLst>
        <pc:spChg chg="mod">
          <ac:chgData name="Saket Jonwal" userId="e987aff2cc526e99" providerId="LiveId" clId="{E7F24A9B-30E1-403B-835C-32C2FE2C0384}" dt="2026-02-15T11:47:58.804" v="1235" actId="1076"/>
          <ac:spMkLst>
            <pc:docMk/>
            <pc:sldMk cId="2593211732" sldId="310"/>
            <ac:spMk id="2" creationId="{AF7DC54C-5927-4A9C-FBD0-1388F20184A4}"/>
          </ac:spMkLst>
        </pc:spChg>
        <pc:spChg chg="mod">
          <ac:chgData name="Saket Jonwal" userId="e987aff2cc526e99" providerId="LiveId" clId="{E7F24A9B-30E1-403B-835C-32C2FE2C0384}" dt="2026-02-15T11:50:05.387" v="1238" actId="1076"/>
          <ac:spMkLst>
            <pc:docMk/>
            <pc:sldMk cId="2593211732" sldId="310"/>
            <ac:spMk id="3" creationId="{155E85F0-45B7-5A8F-AAE2-1BBD7E262457}"/>
          </ac:spMkLst>
        </pc:spChg>
        <pc:spChg chg="add">
          <ac:chgData name="Saket Jonwal" userId="e987aff2cc526e99" providerId="LiveId" clId="{E7F24A9B-30E1-403B-835C-32C2FE2C0384}" dt="2026-02-15T11:21:14.433" v="1070"/>
          <ac:spMkLst>
            <pc:docMk/>
            <pc:sldMk cId="2593211732" sldId="310"/>
            <ac:spMk id="5" creationId="{3EBBFCE1-3403-8DF3-A8F8-67350B118DC2}"/>
          </ac:spMkLst>
        </pc:spChg>
        <pc:spChg chg="add">
          <ac:chgData name="Saket Jonwal" userId="e987aff2cc526e99" providerId="LiveId" clId="{E7F24A9B-30E1-403B-835C-32C2FE2C0384}" dt="2026-02-15T11:21:18.160" v="1073"/>
          <ac:spMkLst>
            <pc:docMk/>
            <pc:sldMk cId="2593211732" sldId="310"/>
            <ac:spMk id="6" creationId="{D8C85DB4-4440-9140-A5F4-538597CE3C9E}"/>
          </ac:spMkLst>
        </pc:spChg>
        <pc:spChg chg="add del mod">
          <ac:chgData name="Saket Jonwal" userId="e987aff2cc526e99" providerId="LiveId" clId="{E7F24A9B-30E1-403B-835C-32C2FE2C0384}" dt="2026-02-15T11:22:02.046" v="1087" actId="478"/>
          <ac:spMkLst>
            <pc:docMk/>
            <pc:sldMk cId="2593211732" sldId="310"/>
            <ac:spMk id="7" creationId="{C7A4843B-7129-7F68-3AEE-7DD60618C3F5}"/>
          </ac:spMkLst>
        </pc:spChg>
      </pc:sldChg>
      <pc:sldChg chg="delSp modSp new mod">
        <pc:chgData name="Saket Jonwal" userId="e987aff2cc526e99" providerId="LiveId" clId="{E7F24A9B-30E1-403B-835C-32C2FE2C0384}" dt="2026-02-16T10:57:51.869" v="4694" actId="20577"/>
        <pc:sldMkLst>
          <pc:docMk/>
          <pc:sldMk cId="1083531332" sldId="311"/>
        </pc:sldMkLst>
        <pc:spChg chg="del">
          <ac:chgData name="Saket Jonwal" userId="e987aff2cc526e99" providerId="LiveId" clId="{E7F24A9B-30E1-403B-835C-32C2FE2C0384}" dt="2026-02-15T09:44:36.417" v="713" actId="478"/>
          <ac:spMkLst>
            <pc:docMk/>
            <pc:sldMk cId="1083531332" sldId="311"/>
            <ac:spMk id="2" creationId="{700476D1-9952-2952-3F67-BE00C3CEB4FE}"/>
          </ac:spMkLst>
        </pc:spChg>
        <pc:spChg chg="mod">
          <ac:chgData name="Saket Jonwal" userId="e987aff2cc526e99" providerId="LiveId" clId="{E7F24A9B-30E1-403B-835C-32C2FE2C0384}" dt="2026-02-16T10:57:51.869" v="4694" actId="20577"/>
          <ac:spMkLst>
            <pc:docMk/>
            <pc:sldMk cId="1083531332" sldId="311"/>
            <ac:spMk id="3" creationId="{80B02242-AE1C-AB3D-BB93-EAAAD32ACA8B}"/>
          </ac:spMkLst>
        </pc:spChg>
      </pc:sldChg>
      <pc:sldChg chg="new del">
        <pc:chgData name="Saket Jonwal" userId="e987aff2cc526e99" providerId="LiveId" clId="{E7F24A9B-30E1-403B-835C-32C2FE2C0384}" dt="2026-02-15T09:44:24.432" v="711" actId="680"/>
        <pc:sldMkLst>
          <pc:docMk/>
          <pc:sldMk cId="4108280827" sldId="311"/>
        </pc:sldMkLst>
      </pc:sldChg>
      <pc:sldChg chg="delSp modSp new mod">
        <pc:chgData name="Saket Jonwal" userId="e987aff2cc526e99" providerId="LiveId" clId="{E7F24A9B-30E1-403B-835C-32C2FE2C0384}" dt="2026-02-15T14:50:48.604" v="1971" actId="2711"/>
        <pc:sldMkLst>
          <pc:docMk/>
          <pc:sldMk cId="283443480" sldId="312"/>
        </pc:sldMkLst>
        <pc:spChg chg="del">
          <ac:chgData name="Saket Jonwal" userId="e987aff2cc526e99" providerId="LiveId" clId="{E7F24A9B-30E1-403B-835C-32C2FE2C0384}" dt="2026-02-15T10:10:50.181" v="794" actId="478"/>
          <ac:spMkLst>
            <pc:docMk/>
            <pc:sldMk cId="283443480" sldId="312"/>
            <ac:spMk id="2" creationId="{0C274521-5A86-C660-A991-438EF74361B8}"/>
          </ac:spMkLst>
        </pc:spChg>
        <pc:spChg chg="mod">
          <ac:chgData name="Saket Jonwal" userId="e987aff2cc526e99" providerId="LiveId" clId="{E7F24A9B-30E1-403B-835C-32C2FE2C0384}" dt="2026-02-15T14:50:48.604" v="1971" actId="2711"/>
          <ac:spMkLst>
            <pc:docMk/>
            <pc:sldMk cId="283443480" sldId="312"/>
            <ac:spMk id="3" creationId="{4864907E-B46A-25A6-230B-987E53CB8ECB}"/>
          </ac:spMkLst>
        </pc:spChg>
      </pc:sldChg>
      <pc:sldChg chg="addSp delSp modSp new del mod">
        <pc:chgData name="Saket Jonwal" userId="e987aff2cc526e99" providerId="LiveId" clId="{E7F24A9B-30E1-403B-835C-32C2FE2C0384}" dt="2026-02-15T10:46:14.935" v="924" actId="47"/>
        <pc:sldMkLst>
          <pc:docMk/>
          <pc:sldMk cId="3802077140" sldId="313"/>
        </pc:sldMkLst>
        <pc:graphicFrameChg chg="add del mod modGraphic">
          <ac:chgData name="Saket Jonwal" userId="e987aff2cc526e99" providerId="LiveId" clId="{E7F24A9B-30E1-403B-835C-32C2FE2C0384}" dt="2026-02-15T10:46:10.672" v="922" actId="21"/>
          <ac:graphicFrameMkLst>
            <pc:docMk/>
            <pc:sldMk cId="3802077140" sldId="313"/>
            <ac:graphicFrameMk id="2" creationId="{D434F904-563B-B887-C5FE-2FF4EDD776AF}"/>
          </ac:graphicFrameMkLst>
        </pc:graphicFrameChg>
      </pc:sldChg>
      <pc:sldChg chg="addSp delSp modSp new mod">
        <pc:chgData name="Saket Jonwal" userId="e987aff2cc526e99" providerId="LiveId" clId="{E7F24A9B-30E1-403B-835C-32C2FE2C0384}" dt="2026-02-15T11:03:13.508" v="1062" actId="207"/>
        <pc:sldMkLst>
          <pc:docMk/>
          <pc:sldMk cId="340064365" sldId="314"/>
        </pc:sldMkLst>
        <pc:spChg chg="del">
          <ac:chgData name="Saket Jonwal" userId="e987aff2cc526e99" providerId="LiveId" clId="{E7F24A9B-30E1-403B-835C-32C2FE2C0384}" dt="2026-02-15T10:46:07.090" v="921" actId="478"/>
          <ac:spMkLst>
            <pc:docMk/>
            <pc:sldMk cId="340064365" sldId="314"/>
            <ac:spMk id="2" creationId="{3547D56B-2F16-B463-DA6C-287BD7472E6D}"/>
          </ac:spMkLst>
        </pc:spChg>
        <pc:graphicFrameChg chg="add mod modGraphic">
          <ac:chgData name="Saket Jonwal" userId="e987aff2cc526e99" providerId="LiveId" clId="{E7F24A9B-30E1-403B-835C-32C2FE2C0384}" dt="2026-02-15T11:03:13.508" v="1062" actId="207"/>
          <ac:graphicFrameMkLst>
            <pc:docMk/>
            <pc:sldMk cId="340064365" sldId="314"/>
            <ac:graphicFrameMk id="3" creationId="{D434F904-563B-B887-C5FE-2FF4EDD776AF}"/>
          </ac:graphicFrameMkLst>
        </pc:graphicFrameChg>
        <pc:picChg chg="add mod">
          <ac:chgData name="Saket Jonwal" userId="e987aff2cc526e99" providerId="LiveId" clId="{E7F24A9B-30E1-403B-835C-32C2FE2C0384}" dt="2026-02-15T11:01:28.862" v="1058" actId="1076"/>
          <ac:picMkLst>
            <pc:docMk/>
            <pc:sldMk cId="340064365" sldId="314"/>
            <ac:picMk id="5" creationId="{86019405-98C2-ECFB-E7BB-4F6E4BAB11FB}"/>
          </ac:picMkLst>
        </pc:picChg>
      </pc:sldChg>
      <pc:sldChg chg="delSp modSp new mod">
        <pc:chgData name="Saket Jonwal" userId="e987aff2cc526e99" providerId="LiveId" clId="{E7F24A9B-30E1-403B-835C-32C2FE2C0384}" dt="2026-02-15T14:49:16.886" v="1947" actId="2711"/>
        <pc:sldMkLst>
          <pc:docMk/>
          <pc:sldMk cId="1258434530" sldId="315"/>
        </pc:sldMkLst>
        <pc:spChg chg="del">
          <ac:chgData name="Saket Jonwal" userId="e987aff2cc526e99" providerId="LiveId" clId="{E7F24A9B-30E1-403B-835C-32C2FE2C0384}" dt="2026-02-15T10:53:20.522" v="968" actId="478"/>
          <ac:spMkLst>
            <pc:docMk/>
            <pc:sldMk cId="1258434530" sldId="315"/>
            <ac:spMk id="2" creationId="{42106010-6D4E-1FCA-F39C-A078762ABED5}"/>
          </ac:spMkLst>
        </pc:spChg>
        <pc:spChg chg="mod">
          <ac:chgData name="Saket Jonwal" userId="e987aff2cc526e99" providerId="LiveId" clId="{E7F24A9B-30E1-403B-835C-32C2FE2C0384}" dt="2026-02-15T14:49:16.886" v="1947" actId="2711"/>
          <ac:spMkLst>
            <pc:docMk/>
            <pc:sldMk cId="1258434530" sldId="315"/>
            <ac:spMk id="3" creationId="{DA4A4AB2-9820-F945-CD75-F79CFC957B19}"/>
          </ac:spMkLst>
        </pc:spChg>
      </pc:sldChg>
      <pc:sldChg chg="delSp modSp new mod">
        <pc:chgData name="Saket Jonwal" userId="e987aff2cc526e99" providerId="LiveId" clId="{E7F24A9B-30E1-403B-835C-32C2FE2C0384}" dt="2026-02-15T14:54:46.020" v="2009" actId="27636"/>
        <pc:sldMkLst>
          <pc:docMk/>
          <pc:sldMk cId="3634117624" sldId="316"/>
        </pc:sldMkLst>
        <pc:spChg chg="del">
          <ac:chgData name="Saket Jonwal" userId="e987aff2cc526e99" providerId="LiveId" clId="{E7F24A9B-30E1-403B-835C-32C2FE2C0384}" dt="2026-02-15T10:54:03.335" v="976" actId="478"/>
          <ac:spMkLst>
            <pc:docMk/>
            <pc:sldMk cId="3634117624" sldId="316"/>
            <ac:spMk id="2" creationId="{06F380B5-7295-18C5-8FFC-BC97C20B6C39}"/>
          </ac:spMkLst>
        </pc:spChg>
        <pc:spChg chg="mod">
          <ac:chgData name="Saket Jonwal" userId="e987aff2cc526e99" providerId="LiveId" clId="{E7F24A9B-30E1-403B-835C-32C2FE2C0384}" dt="2026-02-15T14:54:46.020" v="2009" actId="27636"/>
          <ac:spMkLst>
            <pc:docMk/>
            <pc:sldMk cId="3634117624" sldId="316"/>
            <ac:spMk id="3" creationId="{2EE29C12-BC6D-E78C-79DE-8A81C57CDE22}"/>
          </ac:spMkLst>
        </pc:spChg>
      </pc:sldChg>
      <pc:sldChg chg="addSp delSp modSp new mod">
        <pc:chgData name="Saket Jonwal" userId="e987aff2cc526e99" providerId="LiveId" clId="{E7F24A9B-30E1-403B-835C-32C2FE2C0384}" dt="2026-02-15T14:53:03.339" v="1987" actId="255"/>
        <pc:sldMkLst>
          <pc:docMk/>
          <pc:sldMk cId="2446868940" sldId="317"/>
        </pc:sldMkLst>
        <pc:spChg chg="del">
          <ac:chgData name="Saket Jonwal" userId="e987aff2cc526e99" providerId="LiveId" clId="{E7F24A9B-30E1-403B-835C-32C2FE2C0384}" dt="2026-02-15T10:58:15.749" v="1043" actId="478"/>
          <ac:spMkLst>
            <pc:docMk/>
            <pc:sldMk cId="2446868940" sldId="317"/>
            <ac:spMk id="2" creationId="{AC696FEE-DE29-986C-7A3F-404650CA67A0}"/>
          </ac:spMkLst>
        </pc:spChg>
        <pc:spChg chg="mod">
          <ac:chgData name="Saket Jonwal" userId="e987aff2cc526e99" providerId="LiveId" clId="{E7F24A9B-30E1-403B-835C-32C2FE2C0384}" dt="2026-02-15T14:53:03.339" v="1987" actId="255"/>
          <ac:spMkLst>
            <pc:docMk/>
            <pc:sldMk cId="2446868940" sldId="317"/>
            <ac:spMk id="3" creationId="{CE224FD8-EFDB-09C6-B89A-74250976FA02}"/>
          </ac:spMkLst>
        </pc:spChg>
        <pc:spChg chg="add del mod">
          <ac:chgData name="Saket Jonwal" userId="e987aff2cc526e99" providerId="LiveId" clId="{E7F24A9B-30E1-403B-835C-32C2FE2C0384}" dt="2026-02-15T13:43:36.843" v="1513" actId="478"/>
          <ac:spMkLst>
            <pc:docMk/>
            <pc:sldMk cId="2446868940" sldId="317"/>
            <ac:spMk id="5" creationId="{315DADD4-6812-A08D-0D46-465D2CFC9CC1}"/>
          </ac:spMkLst>
        </pc:spChg>
      </pc:sldChg>
      <pc:sldChg chg="addSp delSp modSp new mod">
        <pc:chgData name="Saket Jonwal" userId="e987aff2cc526e99" providerId="LiveId" clId="{E7F24A9B-30E1-403B-835C-32C2FE2C0384}" dt="2026-02-15T14:51:09.585" v="1973" actId="20577"/>
        <pc:sldMkLst>
          <pc:docMk/>
          <pc:sldMk cId="3976303792" sldId="318"/>
        </pc:sldMkLst>
        <pc:spChg chg="del">
          <ac:chgData name="Saket Jonwal" userId="e987aff2cc526e99" providerId="LiveId" clId="{E7F24A9B-30E1-403B-835C-32C2FE2C0384}" dt="2026-02-15T11:08:08.299" v="1064" actId="478"/>
          <ac:spMkLst>
            <pc:docMk/>
            <pc:sldMk cId="3976303792" sldId="318"/>
            <ac:spMk id="2" creationId="{D9076857-EAFB-5A04-E38C-0643FACE8BB9}"/>
          </ac:spMkLst>
        </pc:spChg>
        <pc:spChg chg="del">
          <ac:chgData name="Saket Jonwal" userId="e987aff2cc526e99" providerId="LiveId" clId="{E7F24A9B-30E1-403B-835C-32C2FE2C0384}" dt="2026-02-15T11:08:11.386" v="1065" actId="478"/>
          <ac:spMkLst>
            <pc:docMk/>
            <pc:sldMk cId="3976303792" sldId="318"/>
            <ac:spMk id="3" creationId="{3A352685-8BA8-45DD-D8FD-5FB3EA980FF9}"/>
          </ac:spMkLst>
        </pc:spChg>
        <pc:spChg chg="add mod">
          <ac:chgData name="Saket Jonwal" userId="e987aff2cc526e99" providerId="LiveId" clId="{E7F24A9B-30E1-403B-835C-32C2FE2C0384}" dt="2026-02-15T11:08:18.768" v="1067"/>
          <ac:spMkLst>
            <pc:docMk/>
            <pc:sldMk cId="3976303792" sldId="318"/>
            <ac:spMk id="5" creationId="{B95471F8-55B2-3E4C-9B73-C3DB1A893BE2}"/>
          </ac:spMkLst>
        </pc:spChg>
        <pc:spChg chg="add mod">
          <ac:chgData name="Saket Jonwal" userId="e987aff2cc526e99" providerId="LiveId" clId="{E7F24A9B-30E1-403B-835C-32C2FE2C0384}" dt="2026-02-15T14:51:09.585" v="1973" actId="20577"/>
          <ac:spMkLst>
            <pc:docMk/>
            <pc:sldMk cId="3976303792" sldId="318"/>
            <ac:spMk id="6" creationId="{4BEEED14-BB8F-2B6E-573E-BB01F0454DD1}"/>
          </ac:spMkLst>
        </pc:spChg>
        <pc:spChg chg="add mod">
          <ac:chgData name="Saket Jonwal" userId="e987aff2cc526e99" providerId="LiveId" clId="{E7F24A9B-30E1-403B-835C-32C2FE2C0384}" dt="2026-02-15T11:08:18.768" v="1067"/>
          <ac:spMkLst>
            <pc:docMk/>
            <pc:sldMk cId="3976303792" sldId="318"/>
            <ac:spMk id="7" creationId="{4A1E313D-7B1D-B6B4-4094-4008CCCEEF2A}"/>
          </ac:spMkLst>
        </pc:spChg>
        <pc:spChg chg="add mod">
          <ac:chgData name="Saket Jonwal" userId="e987aff2cc526e99" providerId="LiveId" clId="{E7F24A9B-30E1-403B-835C-32C2FE2C0384}" dt="2026-02-15T11:08:18.768" v="1067"/>
          <ac:spMkLst>
            <pc:docMk/>
            <pc:sldMk cId="3976303792" sldId="318"/>
            <ac:spMk id="8" creationId="{A2438E97-A9BD-C4C8-D872-0F9A95D67111}"/>
          </ac:spMkLst>
        </pc:spChg>
        <pc:spChg chg="add mod">
          <ac:chgData name="Saket Jonwal" userId="e987aff2cc526e99" providerId="LiveId" clId="{E7F24A9B-30E1-403B-835C-32C2FE2C0384}" dt="2026-02-15T11:08:35.628" v="1069" actId="20577"/>
          <ac:spMkLst>
            <pc:docMk/>
            <pc:sldMk cId="3976303792" sldId="318"/>
            <ac:spMk id="9" creationId="{4F0C140A-20AD-69BF-589F-D2CDF172898F}"/>
          </ac:spMkLst>
        </pc:spChg>
        <pc:picChg chg="add mod">
          <ac:chgData name="Saket Jonwal" userId="e987aff2cc526e99" providerId="LiveId" clId="{E7F24A9B-30E1-403B-835C-32C2FE2C0384}" dt="2026-02-15T11:08:18.768" v="1067"/>
          <ac:picMkLst>
            <pc:docMk/>
            <pc:sldMk cId="3976303792" sldId="318"/>
            <ac:picMk id="2050" creationId="{364D75EF-2CC9-7EEB-1DBE-EA0605B2651E}"/>
          </ac:picMkLst>
        </pc:picChg>
      </pc:sldChg>
      <pc:sldChg chg="delSp modSp new mod">
        <pc:chgData name="Saket Jonwal" userId="e987aff2cc526e99" providerId="LiveId" clId="{E7F24A9B-30E1-403B-835C-32C2FE2C0384}" dt="2026-02-15T14:53:26.461" v="1992" actId="1076"/>
        <pc:sldMkLst>
          <pc:docMk/>
          <pc:sldMk cId="586598643" sldId="319"/>
        </pc:sldMkLst>
        <pc:spChg chg="del">
          <ac:chgData name="Saket Jonwal" userId="e987aff2cc526e99" providerId="LiveId" clId="{E7F24A9B-30E1-403B-835C-32C2FE2C0384}" dt="2026-02-15T14:51:52.805" v="1975" actId="478"/>
          <ac:spMkLst>
            <pc:docMk/>
            <pc:sldMk cId="586598643" sldId="319"/>
            <ac:spMk id="2" creationId="{E41377EA-5F0F-8757-5077-8CF620160E3F}"/>
          </ac:spMkLst>
        </pc:spChg>
        <pc:spChg chg="mod">
          <ac:chgData name="Saket Jonwal" userId="e987aff2cc526e99" providerId="LiveId" clId="{E7F24A9B-30E1-403B-835C-32C2FE2C0384}" dt="2026-02-15T14:53:26.461" v="1992" actId="1076"/>
          <ac:spMkLst>
            <pc:docMk/>
            <pc:sldMk cId="586598643" sldId="319"/>
            <ac:spMk id="3" creationId="{AC13E9D2-4731-0291-28EA-1CC00889273A}"/>
          </ac:spMkLst>
        </pc:spChg>
      </pc:sldChg>
      <pc:sldChg chg="modSp new mod">
        <pc:chgData name="Saket Jonwal" userId="e987aff2cc526e99" providerId="LiveId" clId="{E7F24A9B-30E1-403B-835C-32C2FE2C0384}" dt="2026-02-16T10:42:40.584" v="4676" actId="20577"/>
        <pc:sldMkLst>
          <pc:docMk/>
          <pc:sldMk cId="3821141647" sldId="320"/>
        </pc:sldMkLst>
        <pc:spChg chg="mod">
          <ac:chgData name="Saket Jonwal" userId="e987aff2cc526e99" providerId="LiveId" clId="{E7F24A9B-30E1-403B-835C-32C2FE2C0384}" dt="2026-02-15T17:53:40.757" v="2023" actId="1076"/>
          <ac:spMkLst>
            <pc:docMk/>
            <pc:sldMk cId="3821141647" sldId="320"/>
            <ac:spMk id="2" creationId="{81214938-E179-769D-78A0-86A96E9E071E}"/>
          </ac:spMkLst>
        </pc:spChg>
        <pc:spChg chg="mod">
          <ac:chgData name="Saket Jonwal" userId="e987aff2cc526e99" providerId="LiveId" clId="{E7F24A9B-30E1-403B-835C-32C2FE2C0384}" dt="2026-02-16T10:42:40.584" v="4676" actId="20577"/>
          <ac:spMkLst>
            <pc:docMk/>
            <pc:sldMk cId="3821141647" sldId="320"/>
            <ac:spMk id="3" creationId="{2F356EE5-B9C8-5273-BB2B-EBDF37961A0A}"/>
          </ac:spMkLst>
        </pc:spChg>
      </pc:sldChg>
      <pc:sldChg chg="modSp new mod">
        <pc:chgData name="Saket Jonwal" userId="e987aff2cc526e99" providerId="LiveId" clId="{E7F24A9B-30E1-403B-835C-32C2FE2C0384}" dt="2026-02-15T18:31:58.344" v="3253" actId="20577"/>
        <pc:sldMkLst>
          <pc:docMk/>
          <pc:sldMk cId="3116747107" sldId="321"/>
        </pc:sldMkLst>
        <pc:spChg chg="mod">
          <ac:chgData name="Saket Jonwal" userId="e987aff2cc526e99" providerId="LiveId" clId="{E7F24A9B-30E1-403B-835C-32C2FE2C0384}" dt="2026-02-15T18:17:58.682" v="2078" actId="1076"/>
          <ac:spMkLst>
            <pc:docMk/>
            <pc:sldMk cId="3116747107" sldId="321"/>
            <ac:spMk id="2" creationId="{5FDBE061-EFED-8D7B-9A9C-A50FE48DAFC5}"/>
          </ac:spMkLst>
        </pc:spChg>
        <pc:spChg chg="mod">
          <ac:chgData name="Saket Jonwal" userId="e987aff2cc526e99" providerId="LiveId" clId="{E7F24A9B-30E1-403B-835C-32C2FE2C0384}" dt="2026-02-15T18:31:58.344" v="3253" actId="20577"/>
          <ac:spMkLst>
            <pc:docMk/>
            <pc:sldMk cId="3116747107" sldId="321"/>
            <ac:spMk id="3" creationId="{4AE25508-D3E0-1946-C78F-E4FDB45BA6DF}"/>
          </ac:spMkLst>
        </pc:spChg>
      </pc:sldChg>
      <pc:sldChg chg="modSp new mod">
        <pc:chgData name="Saket Jonwal" userId="e987aff2cc526e99" providerId="LiveId" clId="{E7F24A9B-30E1-403B-835C-32C2FE2C0384}" dt="2026-02-15T18:59:45.562" v="4067" actId="20577"/>
        <pc:sldMkLst>
          <pc:docMk/>
          <pc:sldMk cId="2046010239" sldId="322"/>
        </pc:sldMkLst>
        <pc:spChg chg="mod">
          <ac:chgData name="Saket Jonwal" userId="e987aff2cc526e99" providerId="LiveId" clId="{E7F24A9B-30E1-403B-835C-32C2FE2C0384}" dt="2026-02-15T18:44:56.457" v="3625" actId="20577"/>
          <ac:spMkLst>
            <pc:docMk/>
            <pc:sldMk cId="2046010239" sldId="322"/>
            <ac:spMk id="2" creationId="{FAD8BB40-66A8-E0D8-E3E8-C2CBA4046AF0}"/>
          </ac:spMkLst>
        </pc:spChg>
        <pc:spChg chg="mod">
          <ac:chgData name="Saket Jonwal" userId="e987aff2cc526e99" providerId="LiveId" clId="{E7F24A9B-30E1-403B-835C-32C2FE2C0384}" dt="2026-02-15T18:59:45.562" v="4067" actId="20577"/>
          <ac:spMkLst>
            <pc:docMk/>
            <pc:sldMk cId="2046010239" sldId="322"/>
            <ac:spMk id="3" creationId="{765AAEA0-B4BA-F752-D856-675DD5D1325D}"/>
          </ac:spMkLst>
        </pc:spChg>
      </pc:sldChg>
      <pc:sldChg chg="addSp delSp modSp new mod">
        <pc:chgData name="Saket Jonwal" userId="e987aff2cc526e99" providerId="LiveId" clId="{E7F24A9B-30E1-403B-835C-32C2FE2C0384}" dt="2026-02-15T18:35:29.297" v="3285" actId="1076"/>
        <pc:sldMkLst>
          <pc:docMk/>
          <pc:sldMk cId="1901853619" sldId="323"/>
        </pc:sldMkLst>
        <pc:picChg chg="add mod modCrop">
          <ac:chgData name="Saket Jonwal" userId="e987aff2cc526e99" providerId="LiveId" clId="{E7F24A9B-30E1-403B-835C-32C2FE2C0384}" dt="2026-02-15T18:35:17.133" v="3282" actId="1076"/>
          <ac:picMkLst>
            <pc:docMk/>
            <pc:sldMk cId="1901853619" sldId="323"/>
            <ac:picMk id="4" creationId="{0E459482-53A9-A6D2-1B64-25DE0F42BFDE}"/>
          </ac:picMkLst>
        </pc:picChg>
        <pc:picChg chg="add del mod">
          <ac:chgData name="Saket Jonwal" userId="e987aff2cc526e99" providerId="LiveId" clId="{E7F24A9B-30E1-403B-835C-32C2FE2C0384}" dt="2026-02-15T18:35:04.398" v="3275" actId="931"/>
          <ac:picMkLst>
            <pc:docMk/>
            <pc:sldMk cId="1901853619" sldId="323"/>
            <ac:picMk id="6" creationId="{0045C4EF-A103-A07D-E778-793094E984A9}"/>
          </ac:picMkLst>
        </pc:picChg>
        <pc:picChg chg="add mod">
          <ac:chgData name="Saket Jonwal" userId="e987aff2cc526e99" providerId="LiveId" clId="{E7F24A9B-30E1-403B-835C-32C2FE2C0384}" dt="2026-02-15T18:35:29.297" v="3285" actId="1076"/>
          <ac:picMkLst>
            <pc:docMk/>
            <pc:sldMk cId="1901853619" sldId="323"/>
            <ac:picMk id="8" creationId="{1187BAC6-7631-E87B-B5FB-7D0B19C1FF73}"/>
          </ac:picMkLst>
        </pc:picChg>
      </pc:sldChg>
      <pc:sldChg chg="addSp delSp modSp new del mod">
        <pc:chgData name="Saket Jonwal" userId="e987aff2cc526e99" providerId="LiveId" clId="{E7F24A9B-30E1-403B-835C-32C2FE2C0384}" dt="2026-02-15T18:35:03.378" v="3273" actId="680"/>
        <pc:sldMkLst>
          <pc:docMk/>
          <pc:sldMk cId="196563459" sldId="324"/>
        </pc:sldMkLst>
        <pc:picChg chg="add del mod">
          <ac:chgData name="Saket Jonwal" userId="e987aff2cc526e99" providerId="LiveId" clId="{E7F24A9B-30E1-403B-835C-32C2FE2C0384}" dt="2026-02-15T18:35:02.936" v="3272" actId="931"/>
          <ac:picMkLst>
            <pc:docMk/>
            <pc:sldMk cId="196563459" sldId="324"/>
            <ac:picMk id="4" creationId="{2841ABA9-C69B-343C-FE6A-7ACAFC74ABD4}"/>
          </ac:picMkLst>
        </pc:picChg>
      </pc:sldChg>
      <pc:sldChg chg="addSp delSp modSp new mod">
        <pc:chgData name="Saket Jonwal" userId="e987aff2cc526e99" providerId="LiveId" clId="{E7F24A9B-30E1-403B-835C-32C2FE2C0384}" dt="2026-02-15T18:36:49.268" v="3292"/>
        <pc:sldMkLst>
          <pc:docMk/>
          <pc:sldMk cId="1243374944" sldId="324"/>
        </pc:sldMkLst>
        <pc:spChg chg="add">
          <ac:chgData name="Saket Jonwal" userId="e987aff2cc526e99" providerId="LiveId" clId="{E7F24A9B-30E1-403B-835C-32C2FE2C0384}" dt="2026-02-15T18:36:36.716" v="3290"/>
          <ac:spMkLst>
            <pc:docMk/>
            <pc:sldMk cId="1243374944" sldId="324"/>
            <ac:spMk id="5" creationId="{3B4BE576-FA46-6BFD-A17D-1F786B0F98AD}"/>
          </ac:spMkLst>
        </pc:spChg>
        <pc:spChg chg="add mod">
          <ac:chgData name="Saket Jonwal" userId="e987aff2cc526e99" providerId="LiveId" clId="{E7F24A9B-30E1-403B-835C-32C2FE2C0384}" dt="2026-02-15T18:36:38.713" v="3291"/>
          <ac:spMkLst>
            <pc:docMk/>
            <pc:sldMk cId="1243374944" sldId="324"/>
            <ac:spMk id="6" creationId="{E8D045FC-2C0A-4B89-1203-02063C0758F5}"/>
          </ac:spMkLst>
        </pc:spChg>
        <pc:picChg chg="add del mod">
          <ac:chgData name="Saket Jonwal" userId="e987aff2cc526e99" providerId="LiveId" clId="{E7F24A9B-30E1-403B-835C-32C2FE2C0384}" dt="2026-02-15T18:36:35.651" v="3289" actId="478"/>
          <ac:picMkLst>
            <pc:docMk/>
            <pc:sldMk cId="1243374944" sldId="324"/>
            <ac:picMk id="4" creationId="{7E748685-31CD-D277-92B7-AA37F8BE71C0}"/>
          </ac:picMkLst>
        </pc:picChg>
        <pc:picChg chg="add mod">
          <ac:chgData name="Saket Jonwal" userId="e987aff2cc526e99" providerId="LiveId" clId="{E7F24A9B-30E1-403B-835C-32C2FE2C0384}" dt="2026-02-15T18:36:49.268" v="3292"/>
          <ac:picMkLst>
            <pc:docMk/>
            <pc:sldMk cId="1243374944" sldId="324"/>
            <ac:picMk id="8" creationId="{F7A2D541-5AEE-10B7-B834-1EDDFB0F0254}"/>
          </ac:picMkLst>
        </pc:picChg>
      </pc:sldChg>
      <pc:sldChg chg="addSp delSp modSp new mod">
        <pc:chgData name="Saket Jonwal" userId="e987aff2cc526e99" providerId="LiveId" clId="{E7F24A9B-30E1-403B-835C-32C2FE2C0384}" dt="2026-02-15T19:27:47.803" v="4659" actId="20577"/>
        <pc:sldMkLst>
          <pc:docMk/>
          <pc:sldMk cId="2426647351" sldId="325"/>
        </pc:sldMkLst>
        <pc:spChg chg="mod">
          <ac:chgData name="Saket Jonwal" userId="e987aff2cc526e99" providerId="LiveId" clId="{E7F24A9B-30E1-403B-835C-32C2FE2C0384}" dt="2026-02-15T19:16:12.910" v="4405" actId="1076"/>
          <ac:spMkLst>
            <pc:docMk/>
            <pc:sldMk cId="2426647351" sldId="325"/>
            <ac:spMk id="2" creationId="{1AB3FBA2-9519-699E-F697-73357AA7725E}"/>
          </ac:spMkLst>
        </pc:spChg>
        <pc:spChg chg="del mod">
          <ac:chgData name="Saket Jonwal" userId="e987aff2cc526e99" providerId="LiveId" clId="{E7F24A9B-30E1-403B-835C-32C2FE2C0384}" dt="2026-02-15T19:07:43.469" v="4227" actId="3680"/>
          <ac:spMkLst>
            <pc:docMk/>
            <pc:sldMk cId="2426647351" sldId="325"/>
            <ac:spMk id="3" creationId="{FFB0DA64-C51B-B85E-B50B-7F8CE04F1886}"/>
          </ac:spMkLst>
        </pc:spChg>
        <pc:graphicFrameChg chg="add mod ord modGraphic">
          <ac:chgData name="Saket Jonwal" userId="e987aff2cc526e99" providerId="LiveId" clId="{E7F24A9B-30E1-403B-835C-32C2FE2C0384}" dt="2026-02-15T19:27:47.803" v="4659" actId="20577"/>
          <ac:graphicFrameMkLst>
            <pc:docMk/>
            <pc:sldMk cId="2426647351" sldId="325"/>
            <ac:graphicFrameMk id="5" creationId="{DCDF9A72-60B1-8740-EC39-D43E4D72F014}"/>
          </ac:graphicFrameMkLst>
        </pc:graphicFrameChg>
        <pc:cxnChg chg="add del mod">
          <ac:chgData name="Saket Jonwal" userId="e987aff2cc526e99" providerId="LiveId" clId="{E7F24A9B-30E1-403B-835C-32C2FE2C0384}" dt="2026-02-15T19:12:53.057" v="4353" actId="11529"/>
          <ac:cxnSpMkLst>
            <pc:docMk/>
            <pc:sldMk cId="2426647351" sldId="325"/>
            <ac:cxnSpMk id="7" creationId="{E26177A5-B72A-767E-02B2-B46ECCDAD6EA}"/>
          </ac:cxnSpMkLst>
        </pc:cxnChg>
      </pc:sldChg>
      <pc:sldChg chg="addSp delSp modSp add mod">
        <pc:chgData name="Saket Jonwal" userId="e987aff2cc526e99" providerId="LiveId" clId="{E7F24A9B-30E1-403B-835C-32C2FE2C0384}" dt="2026-02-15T19:22:45.998" v="4547" actId="22"/>
        <pc:sldMkLst>
          <pc:docMk/>
          <pc:sldMk cId="1426016046" sldId="326"/>
        </pc:sldMkLst>
        <pc:spChg chg="mod">
          <ac:chgData name="Saket Jonwal" userId="e987aff2cc526e99" providerId="LiveId" clId="{E7F24A9B-30E1-403B-835C-32C2FE2C0384}" dt="2026-02-15T19:19:27.861" v="4415" actId="14100"/>
          <ac:spMkLst>
            <pc:docMk/>
            <pc:sldMk cId="1426016046" sldId="326"/>
            <ac:spMk id="2" creationId="{3446A630-F770-A65F-2F5C-704C31C41880}"/>
          </ac:spMkLst>
        </pc:spChg>
        <pc:spChg chg="add del">
          <ac:chgData name="Saket Jonwal" userId="e987aff2cc526e99" providerId="LiveId" clId="{E7F24A9B-30E1-403B-835C-32C2FE2C0384}" dt="2026-02-15T19:22:45.998" v="4547" actId="22"/>
          <ac:spMkLst>
            <pc:docMk/>
            <pc:sldMk cId="1426016046" sldId="326"/>
            <ac:spMk id="6" creationId="{799A6DBF-78FB-1E0B-49B7-91BFE67FC3D8}"/>
          </ac:spMkLst>
        </pc:spChg>
        <pc:graphicFrameChg chg="mod modGraphic">
          <ac:chgData name="Saket Jonwal" userId="e987aff2cc526e99" providerId="LiveId" clId="{E7F24A9B-30E1-403B-835C-32C2FE2C0384}" dt="2026-02-15T19:22:38.877" v="4545" actId="114"/>
          <ac:graphicFrameMkLst>
            <pc:docMk/>
            <pc:sldMk cId="1426016046" sldId="326"/>
            <ac:graphicFrameMk id="5" creationId="{58F0DDCB-CD36-D1C5-1B6B-3FAC6D76CD5D}"/>
          </ac:graphicFrameMkLst>
        </pc:graphicFrameChg>
      </pc:sldChg>
      <pc:sldChg chg="addSp delSp modSp new del mod">
        <pc:chgData name="Saket Jonwal" userId="e987aff2cc526e99" providerId="LiveId" clId="{E7F24A9B-30E1-403B-835C-32C2FE2C0384}" dt="2026-02-15T19:18:59.685" v="4411" actId="680"/>
        <pc:sldMkLst>
          <pc:docMk/>
          <pc:sldMk cId="3946137746" sldId="326"/>
        </pc:sldMkLst>
        <pc:spChg chg="add del">
          <ac:chgData name="Saket Jonwal" userId="e987aff2cc526e99" providerId="LiveId" clId="{E7F24A9B-30E1-403B-835C-32C2FE2C0384}" dt="2026-02-15T19:18:49.773" v="4408" actId="22"/>
          <ac:spMkLst>
            <pc:docMk/>
            <pc:sldMk cId="3946137746" sldId="326"/>
            <ac:spMk id="6" creationId="{FE11EADB-86A9-DA1D-DB60-8949F93AE8AD}"/>
          </ac:spMkLst>
        </pc:spChg>
        <pc:spChg chg="add mod">
          <ac:chgData name="Saket Jonwal" userId="e987aff2cc526e99" providerId="LiveId" clId="{E7F24A9B-30E1-403B-835C-32C2FE2C0384}" dt="2026-02-15T19:18:59.238" v="4410"/>
          <ac:spMkLst>
            <pc:docMk/>
            <pc:sldMk cId="3946137746" sldId="326"/>
            <ac:spMk id="7" creationId="{29F80C22-7143-46C5-00FD-EE320CF0EC61}"/>
          </ac:spMkLst>
        </pc:spChg>
        <pc:spChg chg="add mod">
          <ac:chgData name="Saket Jonwal" userId="e987aff2cc526e99" providerId="LiveId" clId="{E7F24A9B-30E1-403B-835C-32C2FE2C0384}" dt="2026-02-15T19:18:59.238" v="4410"/>
          <ac:spMkLst>
            <pc:docMk/>
            <pc:sldMk cId="3946137746" sldId="326"/>
            <ac:spMk id="9" creationId="{3BBDCD69-4120-5075-106E-D655F33A3A8D}"/>
          </ac:spMkLst>
        </pc:spChg>
        <pc:graphicFrameChg chg="add mod">
          <ac:chgData name="Saket Jonwal" userId="e987aff2cc526e99" providerId="LiveId" clId="{E7F24A9B-30E1-403B-835C-32C2FE2C0384}" dt="2026-02-15T19:18:57.208" v="4409"/>
          <ac:graphicFrameMkLst>
            <pc:docMk/>
            <pc:sldMk cId="3946137746" sldId="326"/>
            <ac:graphicFrameMk id="8" creationId="{7E7F6CC7-3295-AFEF-1CA9-929476CB16A7}"/>
          </ac:graphicFrameMkLst>
        </pc:graphicFrameChg>
      </pc:sldChg>
      <pc:sldChg chg="modSp add mod">
        <pc:chgData name="Saket Jonwal" userId="e987aff2cc526e99" providerId="LiveId" clId="{E7F24A9B-30E1-403B-835C-32C2FE2C0384}" dt="2026-02-15T19:25:35.748" v="4619" actId="114"/>
        <pc:sldMkLst>
          <pc:docMk/>
          <pc:sldMk cId="964144385" sldId="327"/>
        </pc:sldMkLst>
        <pc:spChg chg="mod">
          <ac:chgData name="Saket Jonwal" userId="e987aff2cc526e99" providerId="LiveId" clId="{E7F24A9B-30E1-403B-835C-32C2FE2C0384}" dt="2026-02-15T19:23:00.436" v="4550" actId="27636"/>
          <ac:spMkLst>
            <pc:docMk/>
            <pc:sldMk cId="964144385" sldId="327"/>
            <ac:spMk id="2" creationId="{192D0239-A392-62BB-CAEA-97A72B7B697B}"/>
          </ac:spMkLst>
        </pc:spChg>
        <pc:graphicFrameChg chg="mod modGraphic">
          <ac:chgData name="Saket Jonwal" userId="e987aff2cc526e99" providerId="LiveId" clId="{E7F24A9B-30E1-403B-835C-32C2FE2C0384}" dt="2026-02-15T19:25:35.748" v="4619" actId="114"/>
          <ac:graphicFrameMkLst>
            <pc:docMk/>
            <pc:sldMk cId="964144385" sldId="327"/>
            <ac:graphicFrameMk id="5" creationId="{4DF3E9BC-0B75-EEA2-6F93-D1781133690B}"/>
          </ac:graphicFrameMkLst>
        </pc:graphicFrameChg>
      </pc:sldChg>
      <pc:sldChg chg="modSp mod">
        <pc:chgData name="Saket Jonwal" userId="e987aff2cc526e99" providerId="LiveId" clId="{E7F24A9B-30E1-403B-835C-32C2FE2C0384}" dt="2026-02-16T10:43:58.287" v="4690" actId="1076"/>
        <pc:sldMkLst>
          <pc:docMk/>
          <pc:sldMk cId="4279791952" sldId="328"/>
        </pc:sldMkLst>
        <pc:spChg chg="mod">
          <ac:chgData name="Saket Jonwal" userId="e987aff2cc526e99" providerId="LiveId" clId="{E7F24A9B-30E1-403B-835C-32C2FE2C0384}" dt="2026-02-16T10:43:58.287" v="4690" actId="1076"/>
          <ac:spMkLst>
            <pc:docMk/>
            <pc:sldMk cId="4279791952" sldId="328"/>
            <ac:spMk id="3" creationId="{9C16412F-2E04-809F-D272-37140C8D85D7}"/>
          </ac:spMkLst>
        </pc:spChg>
      </pc:sldChg>
      <pc:sldChg chg="modSp mod">
        <pc:chgData name="Saket Jonwal" userId="e987aff2cc526e99" providerId="LiveId" clId="{E7F24A9B-30E1-403B-835C-32C2FE2C0384}" dt="2026-02-16T10:44:09.908" v="4692"/>
        <pc:sldMkLst>
          <pc:docMk/>
          <pc:sldMk cId="1071778284" sldId="329"/>
        </pc:sldMkLst>
        <pc:spChg chg="mod">
          <ac:chgData name="Saket Jonwal" userId="e987aff2cc526e99" providerId="LiveId" clId="{E7F24A9B-30E1-403B-835C-32C2FE2C0384}" dt="2026-02-16T10:44:09.908" v="4692"/>
          <ac:spMkLst>
            <pc:docMk/>
            <pc:sldMk cId="1071778284" sldId="329"/>
            <ac:spMk id="3" creationId="{9291579F-1F36-88E2-78B1-2C549B3DB381}"/>
          </ac:spMkLst>
        </pc:spChg>
      </pc:sldChg>
      <pc:sldChg chg="delSp modSp del mod">
        <pc:chgData name="Saket Jonwal" userId="e987aff2cc526e99" providerId="LiveId" clId="{E7F24A9B-30E1-403B-835C-32C2FE2C0384}" dt="2026-02-16T10:44:14.569" v="4693" actId="47"/>
        <pc:sldMkLst>
          <pc:docMk/>
          <pc:sldMk cId="3778195562" sldId="330"/>
        </pc:sldMkLst>
        <pc:spChg chg="del">
          <ac:chgData name="Saket Jonwal" userId="e987aff2cc526e99" providerId="LiveId" clId="{E7F24A9B-30E1-403B-835C-32C2FE2C0384}" dt="2026-02-16T10:28:46.487" v="4661" actId="478"/>
          <ac:spMkLst>
            <pc:docMk/>
            <pc:sldMk cId="3778195562" sldId="330"/>
            <ac:spMk id="2" creationId="{695B7F8E-EAAC-6354-E844-ACC48D8F1D3E}"/>
          </ac:spMkLst>
        </pc:spChg>
        <pc:spChg chg="mod">
          <ac:chgData name="Saket Jonwal" userId="e987aff2cc526e99" providerId="LiveId" clId="{E7F24A9B-30E1-403B-835C-32C2FE2C0384}" dt="2026-02-16T10:44:06.093" v="4691" actId="21"/>
          <ac:spMkLst>
            <pc:docMk/>
            <pc:sldMk cId="3778195562" sldId="330"/>
            <ac:spMk id="3" creationId="{27B69CCB-7568-5861-62CD-7BC3E4CB67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24BE4-88AB-4462-973A-F64396BA825F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4CA3-7E87-4295-92EB-5AA650074637}" type="datetime1">
              <a:rPr lang="en-US" smtClean="0"/>
              <a:t>2/16/2026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0A79-2FF3-4903-AADA-FCF052399559}" type="datetime1">
              <a:rPr lang="en-US" smtClean="0"/>
              <a:t>2/16/2026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8D04B-000E-4396-9389-963031EB499F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F9C4-4987-44C8-AB5D-30BCCEB2AEC6}" type="datetime1">
              <a:rPr lang="en-US" smtClean="0"/>
              <a:t>2/16/2026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1F4A30-242B-4F09-9D99-AF1E6F1C4397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C48B-7235-43B9-9A21-053425BDDCA1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90AAF-8D81-442A-AF6D-7D97D370C80D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106DC6D4-3EFC-4ADC-BCF4-DFCCB23550A1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qwG77msmF2oO8doUGwgtkrXdz0KD0xtk/view?usp=sharing" TargetMode="External"/><Relationship Id="rId2" Type="http://schemas.openxmlformats.org/officeDocument/2006/relationships/hyperlink" Target="https://docs.google.com/presentation/d/18YQe9UQSGdCi0CvTygbpCGwfLPhk4ogJ/edit?usp=sharing&amp;ouid=114130096820631242211&amp;rtpof=true&amp;sd=tru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88E0-2D6B-F23C-2693-9D5F1C9F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471F8-55B2-3E4C-9B73-C3DB1A893BE2}"/>
              </a:ext>
            </a:extLst>
          </p:cNvPr>
          <p:cNvSpPr txBox="1"/>
          <p:nvPr/>
        </p:nvSpPr>
        <p:spPr>
          <a:xfrm>
            <a:off x="1534668" y="2057906"/>
            <a:ext cx="10232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LNP Manufacturing and Process     </a:t>
            </a:r>
          </a:p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Simulation</a:t>
            </a:r>
            <a:endParaRPr lang="en-IN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EED14-BB8F-2B6E-573E-BB01F0454DD1}"/>
              </a:ext>
            </a:extLst>
          </p:cNvPr>
          <p:cNvSpPr txBox="1"/>
          <p:nvPr/>
        </p:nvSpPr>
        <p:spPr>
          <a:xfrm>
            <a:off x="5128260" y="1873240"/>
            <a:ext cx="596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 299 presentation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E313D-7B1D-B6B4-4094-4008CCCEEF2A}"/>
              </a:ext>
            </a:extLst>
          </p:cNvPr>
          <p:cNvSpPr txBox="1"/>
          <p:nvPr/>
        </p:nvSpPr>
        <p:spPr>
          <a:xfrm>
            <a:off x="7915656" y="4322064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Kaustubh S. Rane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Chemical Engineering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38E97-A9BD-C4C8-D872-0F9A95D67111}"/>
              </a:ext>
            </a:extLst>
          </p:cNvPr>
          <p:cNvSpPr txBox="1"/>
          <p:nvPr/>
        </p:nvSpPr>
        <p:spPr>
          <a:xfrm>
            <a:off x="911352" y="4322064"/>
            <a:ext cx="3849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Soni 24110296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Aman Bola 24110032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Saket Jonwal 24110311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64D75EF-2CC9-7EEB-1DBE-EA0605B2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757" y="415335"/>
            <a:ext cx="1388102" cy="138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F0C140A-20AD-69BF-589F-D2CDF172898F}"/>
              </a:ext>
            </a:extLst>
          </p:cNvPr>
          <p:cNvSpPr txBox="1">
            <a:spLocks/>
          </p:cNvSpPr>
          <p:nvPr/>
        </p:nvSpPr>
        <p:spPr>
          <a:xfrm>
            <a:off x="10817711" y="64420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BB40-66A8-E0D8-E3E8-C2CBA404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18384"/>
            <a:ext cx="9601200" cy="114238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 CHART –LAB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AAEA0-B4BA-F752-D856-675DD5D13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771" y="1740342"/>
            <a:ext cx="9601200" cy="3809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latin typeface="Times New Roman"/>
                <a:cs typeface="Times New Roman"/>
              </a:rPr>
              <a:t>We made the flow chart using draw.io software.</a:t>
            </a:r>
          </a:p>
          <a:p>
            <a:r>
              <a:rPr lang="en-IN">
                <a:latin typeface="Times New Roman"/>
                <a:cs typeface="Times New Roman"/>
              </a:rPr>
              <a:t>In this flow chart we have covered mixing, TFF, ultra filtration, quenching, sterile filtration and cold storage.</a:t>
            </a:r>
          </a:p>
          <a:p>
            <a:r>
              <a:rPr lang="en-IN">
                <a:latin typeface="Times New Roman"/>
                <a:cs typeface="Times New Roman"/>
              </a:rPr>
              <a:t>For aqueous phase we have used 25mM citrate buffer with target pH~4.</a:t>
            </a:r>
          </a:p>
          <a:p>
            <a:r>
              <a:rPr lang="en-IN">
                <a:latin typeface="Times New Roman"/>
                <a:cs typeface="Times New Roman"/>
              </a:rPr>
              <a:t>For both the aqueous and organic phases, the temperature is between 20 – 25°C.</a:t>
            </a:r>
          </a:p>
          <a:p>
            <a:r>
              <a:rPr lang="en-IN">
                <a:latin typeface="Times New Roman"/>
                <a:cs typeface="Times New Roman"/>
              </a:rPr>
              <a:t>we are using </a:t>
            </a:r>
            <a:r>
              <a:rPr lang="en-IN" err="1">
                <a:latin typeface="Times New Roman"/>
                <a:cs typeface="Times New Roman"/>
              </a:rPr>
              <a:t>macrofluidic</a:t>
            </a:r>
            <a:r>
              <a:rPr lang="en-IN">
                <a:latin typeface="Times New Roman"/>
                <a:cs typeface="Times New Roman"/>
              </a:rPr>
              <a:t> mixing as it is easier to operate at lab scale.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3EB2-F059-40AC-C3D4-39BCC405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0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FBA2-9519-699E-F697-73357AA77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658368"/>
            <a:ext cx="9601200" cy="759270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 of M101(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macrofluidic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mixture)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DF9A72-60B1-8740-EC39-D43E4D72F0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993726"/>
              </p:ext>
            </p:extLst>
          </p:nvPr>
        </p:nvGraphicFramePr>
        <p:xfrm>
          <a:off x="849947" y="2011680"/>
          <a:ext cx="10744645" cy="39319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49979">
                  <a:extLst>
                    <a:ext uri="{9D8B030D-6E8A-4147-A177-3AD203B41FA5}">
                      <a16:colId xmlns:a16="http://schemas.microsoft.com/office/drawing/2014/main" val="1104908704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3287355454"/>
                    </a:ext>
                  </a:extLst>
                </a:gridCol>
                <a:gridCol w="4095434">
                  <a:extLst>
                    <a:ext uri="{9D8B030D-6E8A-4147-A177-3AD203B41FA5}">
                      <a16:colId xmlns:a16="http://schemas.microsoft.com/office/drawing/2014/main" val="1461941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Microfluidic mixing.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-Hydrodynamic focusing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-Controlled laminar diffusion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mixing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* Precise FRR and TFR control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* Low PDI (&lt;0.2)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* High reproducibility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* Suitable for 0.5–50 mL batches</a:t>
                      </a: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research optimization</a:t>
                      </a: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Precise size control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2.Static T-Mixer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(Syringe   Pump-Based)</a:t>
                      </a: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Two syringe pumps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T-junction connector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Controlled FRR (e.g., 3:1)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Total flow 2–12 mL/min</a:t>
                      </a:r>
                    </a:p>
                    <a:p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cost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assemble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higher size variability</a:t>
                      </a:r>
                      <a:endParaRPr lang="en-IN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3.Rapid Injection / Vortex Mixing</a:t>
                      </a: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Inject lipid ethanol into stirring mRNA buffer</a:t>
                      </a: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Magnetic stirrer or vortex</a:t>
                      </a: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setup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pump required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size control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PDI possible</a:t>
                      </a:r>
                      <a:endParaRPr lang="en-IN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813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6F966-8672-CBB6-EA53-EFC57165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47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9D10-CE58-66A3-BEBC-2541DDD6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A630-F770-A65F-2F5C-704C31C4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658368"/>
            <a:ext cx="10418064" cy="75927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 for UF101 (Ethanol Removal &amp; Buffer Exchange)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8F0DDCB-CD36-D1C5-1B6B-3FAC6D76CD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2367901"/>
              </p:ext>
            </p:extLst>
          </p:nvPr>
        </p:nvGraphicFramePr>
        <p:xfrm>
          <a:off x="849947" y="2011680"/>
          <a:ext cx="10744645" cy="4206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49979">
                  <a:extLst>
                    <a:ext uri="{9D8B030D-6E8A-4147-A177-3AD203B41FA5}">
                      <a16:colId xmlns:a16="http://schemas.microsoft.com/office/drawing/2014/main" val="1104908704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3287355454"/>
                    </a:ext>
                  </a:extLst>
                </a:gridCol>
                <a:gridCol w="4095434">
                  <a:extLst>
                    <a:ext uri="{9D8B030D-6E8A-4147-A177-3AD203B41FA5}">
                      <a16:colId xmlns:a16="http://schemas.microsoft.com/office/drawing/2014/main" val="1461941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IN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Amicon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Ultra Centrifugal Filters (Most Common)</a:t>
                      </a:r>
                    </a:p>
                    <a:p>
                      <a:pPr marL="0" indent="0"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100–300 </a:t>
                      </a:r>
                      <a:r>
                        <a:rPr lang="en-IN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kDa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MWCO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Spin at 3,000–5,000 g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Volume: 1–50 mL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Used for: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Ethanol removal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Buffer exchange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Concentration</a:t>
                      </a:r>
                    </a:p>
                    <a:p>
                      <a:pPr marL="0" indent="0"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  <a:p>
                      <a:pPr marL="0" indent="0">
                        <a:buNone/>
                      </a:pPr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Widely used in labs</a:t>
                      </a:r>
                    </a:p>
                    <a:p>
                      <a:pPr marL="0" indent="0">
                        <a:buNone/>
                      </a:pPr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operation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2.Dialysis Tubing System</a:t>
                      </a: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100–300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kDa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membrane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Buffer bath under stirring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4–12 hour exchange</a:t>
                      </a: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 cost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pump required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process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control over TMP</a:t>
                      </a:r>
                      <a:endParaRPr lang="en-IN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3.Stirred Cell Ultrafiltration (Pressure-Driven)</a:t>
                      </a: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Nitrogen pressure system</a:t>
                      </a: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Controlled membrane filtration</a:t>
                      </a: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Better scalability than centrifuge filters</a:t>
                      </a: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professional setup</a:t>
                      </a: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process control</a:t>
                      </a: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50–200 mL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813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B534F-99E8-40B2-2CCE-44CB6CDE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16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6876-DE6B-1851-5760-DD736084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0239-A392-62BB-CAEA-97A72B7B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658368"/>
            <a:ext cx="10418064" cy="759270"/>
          </a:xfrm>
        </p:spPr>
        <p:txBody>
          <a:bodyPr>
            <a:normAutofit/>
          </a:bodyPr>
          <a:lstStyle/>
          <a:p>
            <a:r>
              <a:rPr lang="da-DK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 for F101 (Sterile Filtration)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DF3E9BC-0B75-EEA2-6F93-D178113369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880252"/>
              </p:ext>
            </p:extLst>
          </p:nvPr>
        </p:nvGraphicFramePr>
        <p:xfrm>
          <a:off x="603503" y="2011680"/>
          <a:ext cx="10991089" cy="2834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733696">
                  <a:extLst>
                    <a:ext uri="{9D8B030D-6E8A-4147-A177-3AD203B41FA5}">
                      <a16:colId xmlns:a16="http://schemas.microsoft.com/office/drawing/2014/main" val="1104908704"/>
                    </a:ext>
                  </a:extLst>
                </a:gridCol>
                <a:gridCol w="3068024">
                  <a:extLst>
                    <a:ext uri="{9D8B030D-6E8A-4147-A177-3AD203B41FA5}">
                      <a16:colId xmlns:a16="http://schemas.microsoft.com/office/drawing/2014/main" val="3287355454"/>
                    </a:ext>
                  </a:extLst>
                </a:gridCol>
                <a:gridCol w="4189369">
                  <a:extLst>
                    <a:ext uri="{9D8B030D-6E8A-4147-A177-3AD203B41FA5}">
                      <a16:colId xmlns:a16="http://schemas.microsoft.com/office/drawing/2014/main" val="1461941159"/>
                    </a:ext>
                  </a:extLst>
                </a:gridCol>
              </a:tblGrid>
              <a:tr h="197104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 µm Syringe Filter 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(Standard Lab Method)</a:t>
                      </a:r>
                    </a:p>
                    <a:p>
                      <a:pPr marL="0" indent="0"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PES / PVDF membrane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Manual sterile filtration</a:t>
                      </a:r>
                    </a:p>
                    <a:p>
                      <a:pPr marL="0" indent="0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Used inside biosafety cabinet</a:t>
                      </a:r>
                    </a:p>
                    <a:p>
                      <a:pPr marL="0" indent="0"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common method</a:t>
                      </a:r>
                    </a:p>
                    <a:p>
                      <a:pPr marL="0" indent="0">
                        <a:buNone/>
                      </a:pPr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and affordable</a:t>
                      </a:r>
                    </a:p>
                    <a:p>
                      <a:pPr marL="0" indent="0">
                        <a:buNone/>
                      </a:pPr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small batches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2.Vacuum Filtration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Assembly</a:t>
                      </a: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0.22 µm membrane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Vacuum pump</a:t>
                      </a:r>
                    </a:p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For 50–200 mL batches</a:t>
                      </a: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for larger volumes</a:t>
                      </a:r>
                    </a:p>
                    <a:p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sterile handling</a:t>
                      </a:r>
                      <a:endParaRPr lang="en-IN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3.Sterile Single-Use Assembly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(Advanced Lab Setup)</a:t>
                      </a:r>
                    </a:p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Pre-sterilized tubing</a:t>
                      </a: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Inline 0.22 µm filter</a:t>
                      </a:r>
                    </a:p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Closed transfer system</a:t>
                      </a:r>
                    </a:p>
                    <a:p>
                      <a:endParaRPr lang="en-IN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Mimics GMP process</a:t>
                      </a: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contamination risk</a:t>
                      </a:r>
                    </a:p>
                    <a:p>
                      <a: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translational research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813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877A1-3BE3-300F-272B-EBF8AFC2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44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E061-EFED-8D7B-9A9C-A50FE48D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8384"/>
            <a:ext cx="9601200" cy="114238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Catalogue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25508-D3E0-1946-C78F-E4FDB45BA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41705"/>
            <a:ext cx="9601200" cy="48479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latin typeface="Times New Roman"/>
                <a:cs typeface="Times New Roman"/>
              </a:rPr>
              <a:t>We have used python as our coding language using the Google </a:t>
            </a:r>
            <a:r>
              <a:rPr lang="en-IN" err="1">
                <a:latin typeface="Times New Roman"/>
                <a:cs typeface="Times New Roman"/>
              </a:rPr>
              <a:t>Colab</a:t>
            </a:r>
            <a:r>
              <a:rPr lang="en-IN">
                <a:latin typeface="Times New Roman"/>
                <a:cs typeface="Times New Roman"/>
              </a:rPr>
              <a:t> for writing and executing code.</a:t>
            </a:r>
          </a:p>
          <a:p>
            <a:r>
              <a:rPr lang="en-IN">
                <a:latin typeface="Times New Roman"/>
                <a:cs typeface="Times New Roman"/>
              </a:rPr>
              <a:t>We took reference of some patents and extracted the data from these patents using AI tools.</a:t>
            </a:r>
          </a:p>
          <a:p>
            <a:r>
              <a:rPr lang="en-IN">
                <a:latin typeface="Times New Roman"/>
                <a:cs typeface="Times New Roman"/>
              </a:rPr>
              <a:t>We extracted information about various components of LNPs (particularly ionizable lipids, helper lipids, PEG-lipids and sterols).</a:t>
            </a:r>
          </a:p>
          <a:p>
            <a:r>
              <a:rPr lang="en-IN">
                <a:latin typeface="Times New Roman"/>
                <a:cs typeface="Times New Roman"/>
              </a:rPr>
              <a:t>In data we have list of various compounds for each components of LNPs and their molecular weights.</a:t>
            </a:r>
          </a:p>
          <a:p>
            <a:r>
              <a:rPr lang="en-IN" u="sng">
                <a:latin typeface="Times New Roman"/>
                <a:cs typeface="Times New Roman"/>
              </a:rPr>
              <a:t>There are many compounds for which we have a range of molecular weight because they have number of units (n) which varies across mixture.</a:t>
            </a:r>
          </a:p>
          <a:p>
            <a:r>
              <a:rPr lang="en-IN">
                <a:latin typeface="Times New Roman"/>
                <a:cs typeface="Times New Roman"/>
              </a:rPr>
              <a:t>Also, we have distribution of various categories.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8A166-4B92-684E-C4CB-60F52F9F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47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064892-50C7-2D22-0362-27E3B1BA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59482-53A9-A6D2-1B64-25DE0F42B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" y="3207438"/>
            <a:ext cx="11882438" cy="285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87BAC6-7631-E87B-B5FB-7D0B19C1F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2360"/>
            <a:ext cx="12192000" cy="238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53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EA1CDF-FE3A-9688-27CE-96FFB461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3B4BE576-FA46-6BFD-A17D-1F786B0F9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8D045FC-2C0A-4B89-1203-02063C0758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A2D541-5AEE-10B7-B834-1EDDFB0F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0734"/>
            <a:ext cx="12192000" cy="251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7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69BC-7F23-B105-C607-1DE4FE65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84048"/>
            <a:ext cx="5964936" cy="768414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PAT Measurement Level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2D93-7246-8F74-A54A-9EECC0F6A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95984"/>
            <a:ext cx="9601200" cy="4611624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describe how closely an analytical method is connected to the manufacturing process and how useful it is for real-time control.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Four Analytical levels: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Offline: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analysis after sample removal.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At-line: analysis near the manufacturing line.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Online: automated sampling and analysis loop.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In-line: sensor placed directly in the process stream.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 relevance and control capability increase from offline to Inline.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18913-559B-A722-0A0A-C1F69F9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79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AC0B-3B34-AB01-0716-00A5F5E1A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512" y="710184"/>
            <a:ext cx="5937504" cy="954024"/>
          </a:xfrm>
        </p:spPr>
        <p:txBody>
          <a:bodyPr>
            <a:normAutofit/>
          </a:bodyPr>
          <a:lstStyle/>
          <a:p>
            <a:r>
              <a:rPr lang="en-IN" sz="3800">
                <a:latin typeface="Times New Roman" panose="02020603050405020304" pitchFamily="18" charset="0"/>
                <a:cs typeface="Times New Roman" panose="02020603050405020304" pitchFamily="18" charset="0"/>
              </a:rPr>
              <a:t>Offline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C566B-188F-14FD-0EDC-589BB9A76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512" y="2008633"/>
            <a:ext cx="9601200" cy="3809999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 sample is removed from process.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Transported to a separate laboratory.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Then analysed and results are obtained.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Perform by manual sampling that can cause some sampling errors.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Not real time monitoring.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advance analysis.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 measurement is the traditional approach where quality is checked after sampling instead of during processing.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D9CC0-45CB-8579-B946-7089673A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70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7CC1-75E6-6BDA-E042-C505F1B6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>
                <a:latin typeface="Times New Roman" panose="02020603050405020304" pitchFamily="18" charset="0"/>
                <a:cs typeface="Times New Roman" panose="02020603050405020304" pitchFamily="18" charset="0"/>
              </a:rPr>
              <a:t>At-line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42EC-311A-06EA-90C2-80CDFD714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sample is removed from the process.</a:t>
            </a:r>
          </a:p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using equipment located near the production line.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Faster analysis compared to offline laboratory testing.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Performed by manual sampling and sampling errors may still occur.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Not fully real-time monitoring but provides quicker feedback.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Allows rapid process monitoring and adjustment.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At-line measurement is an intermediate approach where analysis is done close to the process, providing faster results than offline analysis but still requiring sample removal.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6B2B0-D59F-1DFB-7A96-E1271649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06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C5DD-B0E8-4D0B-3B4A-8E163EA9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>
                <a:latin typeface="Times New Roman" panose="02020603050405020304" pitchFamily="18" charset="0"/>
                <a:cs typeface="Times New Roman" panose="02020603050405020304" pitchFamily="18" charset="0"/>
              </a:rPr>
              <a:t>Online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86B7A-3681-67D7-B10A-0CCC74030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96804"/>
            <a:ext cx="9601200" cy="4657343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Sample is automatically taken from the process using a bypass system.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Analytical equipment is connected directly to the production line.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Sample may be conditioned before analysis (e.g., dilution or temperature control).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near real-time monitoring.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sampling errors.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Allows continuous process monitoring and faster feedback.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disadvantages of online analysis are the higher capital costs that arise from the automation and the requirements for robustness of the analytical equipment</a:t>
            </a:r>
            <a:r>
              <a:rPr lang="en-US"/>
              <a:t>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2F464-672F-AF81-7F2B-0514359DE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1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F2C3-A626-24EC-7CD5-47B88EA9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>
                <a:latin typeface="Times New Roman" panose="02020603050405020304" pitchFamily="18" charset="0"/>
                <a:cs typeface="Times New Roman" panose="02020603050405020304" pitchFamily="18" charset="0"/>
              </a:rPr>
              <a:t>In-line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0BFBC-3572-A16F-CD94-3410D5341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is performed directly inside the process.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sensor is integrated into the production line.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sample removal is required.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continuous and real-time monitoring.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Enables immediate detection of process changes.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automatic process control and optimization.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Inline measurement is an in-situ approach where analysis occurs directly within the process stream, allowing real-time monitoring and control without manual sampling.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D953C-7380-EF62-116A-CB64FA77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44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34F904-563B-B887-C5FE-2FF4EDD77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89099"/>
              </p:ext>
            </p:extLst>
          </p:nvPr>
        </p:nvGraphicFramePr>
        <p:xfrm>
          <a:off x="716662" y="1645921"/>
          <a:ext cx="5948172" cy="3256482"/>
        </p:xfrm>
        <a:graphic>
          <a:graphicData uri="http://schemas.openxmlformats.org/drawingml/2006/table">
            <a:tbl>
              <a:tblPr/>
              <a:tblGrid>
                <a:gridCol w="1487043">
                  <a:extLst>
                    <a:ext uri="{9D8B030D-6E8A-4147-A177-3AD203B41FA5}">
                      <a16:colId xmlns:a16="http://schemas.microsoft.com/office/drawing/2014/main" val="2442350710"/>
                    </a:ext>
                  </a:extLst>
                </a:gridCol>
                <a:gridCol w="1487043">
                  <a:extLst>
                    <a:ext uri="{9D8B030D-6E8A-4147-A177-3AD203B41FA5}">
                      <a16:colId xmlns:a16="http://schemas.microsoft.com/office/drawing/2014/main" val="749284636"/>
                    </a:ext>
                  </a:extLst>
                </a:gridCol>
                <a:gridCol w="1487043">
                  <a:extLst>
                    <a:ext uri="{9D8B030D-6E8A-4147-A177-3AD203B41FA5}">
                      <a16:colId xmlns:a16="http://schemas.microsoft.com/office/drawing/2014/main" val="630076734"/>
                    </a:ext>
                  </a:extLst>
                </a:gridCol>
                <a:gridCol w="1487043">
                  <a:extLst>
                    <a:ext uri="{9D8B030D-6E8A-4147-A177-3AD203B41FA5}">
                      <a16:colId xmlns:a16="http://schemas.microsoft.com/office/drawing/2014/main" val="3087526559"/>
                    </a:ext>
                  </a:extLst>
                </a:gridCol>
              </a:tblGrid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281658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471334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At-line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814366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 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21313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359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6019405-98C2-ECFB-E7BB-4F6E4BAB1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519713"/>
            <a:ext cx="4681346" cy="33826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1C28D-874F-80FB-F06E-B5789E02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4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C54C-5927-4A9C-FBD0-1388F201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08" y="123285"/>
            <a:ext cx="8122920" cy="814134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85F0-45B7-5A8F-AAE2-1BBD7E262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959" y="1339755"/>
            <a:ext cx="9601200" cy="5285232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Near-infrared spectroscopy (NIR)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Measures molecular vibrations.</a:t>
            </a:r>
            <a:b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Used for real-time process monitoring as online and 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Infrared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identify chemical bonds and molecular structures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for real-time process monitoring as online and inline(major).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Nuclear magnetic resonance (NMR)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determine molecular structure and chemical composition using magnetic properties of atomic nuclei.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 and online.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analyze molecular structure and composition by measuring light scattering from molecules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online and 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6687D-53F2-445B-DE60-46B097AB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1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A4AB2-9820-F945-CD75-F79CFC957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528" y="640080"/>
            <a:ext cx="9601200" cy="5431535"/>
          </a:xfrm>
        </p:spPr>
        <p:txBody>
          <a:bodyPr>
            <a:no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 light scattering (DLS)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measure particle size and size distribution in real-time. 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detect specific molecules and monitor nanoparticle formation or payload distribution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Surface plasmon resonance (SPR)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Surface plasmon resonance is an optical sensing technique that measures changes in refractive index at a metal surface to detect molecular interaction.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reflective interference spectroscopy (RIF)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measures interference patterns of reflected light to detect changes in surface thickness or refractive index.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5F6A-4C78-03DD-1809-3B274520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3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24FD8-EFDB-09C6-B89A-74250976F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232" y="719329"/>
            <a:ext cx="9601200" cy="5160263"/>
          </a:xfrm>
        </p:spPr>
        <p:txBody>
          <a:bodyPr>
            <a:no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Mass spectrometry (MS)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information about the molecular weight and composition of lipids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online.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sensors </a:t>
            </a:r>
            <a:b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chemical properties.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Inline.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NIR Turbidity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Near-Infrared (NIR) light to determine how cloudy or particle-rich a liquid is.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Capacitance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Inline.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IR Absorption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Infrared (IR) absorption occurs when molecules absorb infrared radiation, causing changes in vibrational and rotational energy levels.</a:t>
            </a:r>
            <a:b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Online and 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6002B-734B-DB01-F3FC-8754E70B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68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E9D2-4731-0291-28EA-1CC008892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096" y="859537"/>
            <a:ext cx="9601200" cy="5315712"/>
          </a:xfrm>
        </p:spPr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(Bio)chemical Analysers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chemical or biological components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Calorimetry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measuring heat transfer during physical or chemical processes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Confocal Spectroscopy (CICS)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for high-resolution nanoparticle characterization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Consistent cryo-electron microscopy (Cryo-EM)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visualize nanoparticle structure and morphology at very high resolution.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043B2-A97E-FA80-CE7C-11FB2392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98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2242-AE1C-AB3D-BB93-EAAAD32AC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797115"/>
            <a:ext cx="9601200" cy="5715000"/>
          </a:xfrm>
        </p:spPr>
        <p:txBody>
          <a:bodyPr>
            <a:no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Small-angle X-ray scattering (SAXS).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analyze nanoscale structure and internal organization of particles using X-ray scattering.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Fluid Dynamics (CFD)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mathematical modeling and simulations.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Zeta potential Analysis</a:t>
            </a:r>
            <a:b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determines the surface charge.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Inline and at-line.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8EAB3-2852-0B80-B850-D98E8509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31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9C12-BC6D-E78C-79DE-8A81C57CD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457200"/>
            <a:ext cx="9601200" cy="5641847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Optical Microscopy and Electron Microscopy </a:t>
            </a:r>
            <a:b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helping to identify any issues like agglomeration or structural defects.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Scanning Calorimetry (DSC)</a:t>
            </a:r>
            <a:b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(Thermal analysis, not real-time).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X-ray Diffraction (XRD)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determine crystal structure and phase composition by analyzing X-ray diffraction patterns.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Liquid Chromatography (HPLC)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On-line possible via auto-samplers for drug loading, encapsulation efficiency, or degradation monitoring.</a:t>
            </a:r>
            <a:endParaRPr lang="en-US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 Infrared Spectroscopy (FTIR)</a:t>
            </a:r>
            <a:b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Can be on-line with ATR-FTIR probes, but typically offline unless specialized probe systems are used.</a:t>
            </a:r>
            <a:endParaRPr lang="en-US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17B27-258A-3B3C-6171-676745A7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17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4907E-B46A-25A6-230B-987E53CB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384049"/>
            <a:ext cx="9601200" cy="5407152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UV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chemical changes and molecular concentration.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Ultrasonic crystallization monitoring (UCM)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ultrasonic waves to monitor crystallization processes by detecting particle formation and phase changes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Photometric stereo imaging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Photometric stereo imaging reconstructs surface shape by analyzing images taken under different lighting angles.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At-line and online.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FBRM (Focused Beam Reflectance Measurement)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monitor particle size and count in real time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PVM (Particle Vision and Measurement)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captures real-time images of particles inside a process to monitor particle shape, size, and behavior.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A8B2-34E4-F65F-F5FF-DA840BA7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3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4938-E179-769D-78A0-86A96E9E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40337"/>
            <a:ext cx="9601200" cy="114238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56EE5-B9C8-5273-BB2B-EBDF37961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725169"/>
            <a:ext cx="9601200" cy="380999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IN">
                <a:latin typeface="Times New Roman"/>
                <a:cs typeface="Times New Roman"/>
                <a:hlinkClick r:id="rId2"/>
              </a:rPr>
              <a:t>https://docs.google.com/presentation/d/18YQe9UQSGdCi0CvTygbpCGwfLPhk4ogJ/edit?usp=sharing&amp;ouid=114130096820631242211&amp;rtpof=true&amp;sd=true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cs typeface="Times New Roman"/>
                <a:hlinkClick r:id="rId3"/>
              </a:rPr>
              <a:t>https://drive.google.com/file/d/1qwG77msmF2oO8doUGwgtkrXdz0KD0xtk/view?usp=sharing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cs typeface="Times New Roman"/>
                <a:hlinkClick r:id="rId3"/>
              </a:rPr>
              <a:t>https://drive.google.com/file/d/1qwG77msmF2oO8doUGwgtkrXdz0KD0xtk/view?usp=sharing</a:t>
            </a:r>
            <a:endParaRPr lang="en-IN">
              <a:latin typeface="Times New Roman"/>
              <a:cs typeface="Times New Roman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IN" b="1">
                <a:latin typeface="Times New Roman"/>
                <a:ea typeface="+mn-lt"/>
                <a:cs typeface="+mn-lt"/>
              </a:rPr>
              <a:t>Patents &amp; Patent Applications:</a:t>
            </a:r>
            <a:endParaRPr lang="en-IN" b="1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/>
                <a:cs typeface="Times New Roman"/>
              </a:rPr>
              <a:t>D</a:t>
            </a:r>
            <a:r>
              <a:rPr lang="en-IN">
                <a:latin typeface="Times New Roman"/>
                <a:ea typeface="+mn-lt"/>
                <a:cs typeface="+mn-lt"/>
              </a:rPr>
              <a:t>. G. Anderson et al., “Lipid nanoparticles for nucleic acid delivery,” U.S. Patent 9,512,092, Dec. 6, 2016.</a:t>
            </a:r>
            <a:endParaRPr lang="en-IN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/>
                <a:ea typeface="+mn-lt"/>
                <a:cs typeface="+mn-lt"/>
              </a:rPr>
              <a:t>M. J. Hope </a:t>
            </a:r>
            <a:r>
              <a:rPr lang="en-IN" i="1">
                <a:latin typeface="Times New Roman"/>
                <a:ea typeface="+mn-lt"/>
                <a:cs typeface="+mn-lt"/>
              </a:rPr>
              <a:t>et al.</a:t>
            </a:r>
            <a:r>
              <a:rPr lang="en-IN">
                <a:latin typeface="Times New Roman"/>
                <a:ea typeface="+mn-lt"/>
                <a:cs typeface="+mn-lt"/>
              </a:rPr>
              <a:t>, "Lipid nanoparticle formulations," W.O. Patent 2018/081480 A1, May 3, 2018.</a:t>
            </a:r>
            <a:endParaRPr lang="en-IN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/>
                <a:ea typeface="+mn-lt"/>
                <a:cs typeface="+mn-lt"/>
              </a:rPr>
              <a:t>S. M. Ansell </a:t>
            </a:r>
            <a:r>
              <a:rPr lang="en-IN" i="1">
                <a:latin typeface="Times New Roman"/>
                <a:ea typeface="+mn-lt"/>
                <a:cs typeface="+mn-lt"/>
              </a:rPr>
              <a:t>et al.</a:t>
            </a:r>
            <a:r>
              <a:rPr lang="en-IN">
                <a:latin typeface="Times New Roman"/>
                <a:ea typeface="+mn-lt"/>
                <a:cs typeface="+mn-lt"/>
              </a:rPr>
              <a:t>, "Methods of preparing lipid nanoparticles," W.O. Patent 2020/160397 A1, Aug. 6, 2020.</a:t>
            </a:r>
            <a:endParaRPr lang="en-IN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IN">
                <a:latin typeface="Times New Roman"/>
                <a:ea typeface="+mn-lt"/>
                <a:cs typeface="+mn-lt"/>
              </a:rPr>
              <a:t>S. G. Hoge </a:t>
            </a:r>
            <a:r>
              <a:rPr lang="en-IN" i="1">
                <a:latin typeface="Times New Roman"/>
                <a:ea typeface="+mn-lt"/>
                <a:cs typeface="+mn-lt"/>
              </a:rPr>
              <a:t>et al.</a:t>
            </a:r>
            <a:r>
              <a:rPr lang="en-IN">
                <a:latin typeface="Times New Roman"/>
                <a:ea typeface="+mn-lt"/>
                <a:cs typeface="+mn-lt"/>
              </a:rPr>
              <a:t>, "Compositions and methods for delivering messenger RNA," U.S. Patent 11,191,849 B2, Dec. 7, 2021.</a:t>
            </a:r>
            <a:endParaRPr lang="en-IN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endParaRPr lang="en-IN">
              <a:latin typeface="Times New Roman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9812E-0004-B372-0193-77279E7D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41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412F-2E04-809F-D272-37140C8D8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111" y="492643"/>
            <a:ext cx="9601200" cy="60194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latin typeface="Times New Roman"/>
                <a:ea typeface="+mn-lt"/>
                <a:cs typeface="+mn-lt"/>
              </a:rPr>
              <a:t>D. G. Anderson et al., “Lipid-like compounds and methods of use,” U.S. Patent 9,993,512, Jun. 12, 2018.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/>
                <a:ea typeface="+mn-lt"/>
                <a:cs typeface="+mn-lt"/>
              </a:rPr>
              <a:t>H. Dong et al., “Biodegradable lipid nanoparticles for nucleic acid delivery,” U.S. Patent 10,221,127, Mar. 5, 2019.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/>
                <a:ea typeface="+mn-lt"/>
                <a:cs typeface="+mn-lt"/>
              </a:rPr>
              <a:t>K. Karikó et al., “Lipid nanoparticle compositions for RNA delivery,” U.S. Patent 10,933,127, Mar. 2, 2021.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/>
                <a:ea typeface="+mn-lt"/>
                <a:cs typeface="+mn-lt"/>
              </a:rPr>
              <a:t>K. Karikó et al., “RNA-containing lipid nanoparticles and uses thereof,” U.S. Patent 10,702,600, Jul. 7, 2020.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/>
                <a:ea typeface="+mn-lt"/>
                <a:cs typeface="+mn-lt"/>
              </a:rPr>
              <a:t>K. R. Love et al., “Lipid nanoparticles for nucleic acid delivery,” U.S. Patent 10,221,127, Mar. 5, 2019.</a:t>
            </a:r>
            <a:endParaRPr lang="en-US" sz="1600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/>
                <a:ea typeface="+mn-lt"/>
                <a:cs typeface="+mn-lt"/>
              </a:rPr>
              <a:t>M. J. Hope et al., “Cationic lipids for nucleic acid delivery,” U.S. Patent 7,531,490, May 12, 2009.</a:t>
            </a:r>
            <a:endParaRPr lang="en-US" sz="1600">
              <a:latin typeface="Times New Roman"/>
              <a:cs typeface="Arial"/>
            </a:endParaRP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/>
                <a:ea typeface="+mn-lt"/>
                <a:cs typeface="+mn-lt"/>
              </a:rPr>
              <a:t>P. R. Cullis, M. J. Hope, and T. D. Madden, “Lipid nanoparticle formulations for delivery of nucleic acids,” U.S. Patent 8,058,069, Nov. 15, 2011</a:t>
            </a:r>
            <a:endParaRPr lang="en-US" sz="1600">
              <a:latin typeface="Times New Roman"/>
              <a:cs typeface="Arial"/>
            </a:endParaRPr>
          </a:p>
          <a:p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S. M. Ansell </a:t>
            </a:r>
            <a:r>
              <a:rPr lang="en-US" sz="1600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et al.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"Methods for preparation of lipid-encapsulated therapeutic agents," U.S. Patent Application 2022/0001029 A1, Jan. 6, 2022.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S. A. Stanton </a:t>
            </a:r>
            <a:r>
              <a:rPr lang="en-US" sz="1600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et al.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"Lipid nanoparticle compositions and methods of formulating the same," E.P. Patent Application 4 046 629 A1, Aug. 24, 2022.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S. M. Ansell and X. Du, "Lipids and lipid nanoparticle formulations for delivery of nucleic acids," U.S. Patent 11,648,324 B2, May 16, 2023.</a:t>
            </a:r>
          </a:p>
          <a:p>
            <a:pPr>
              <a:buClr>
                <a:srgbClr val="A43F27"/>
              </a:buClr>
            </a:pPr>
            <a:endParaRPr lang="en-US" sz="16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864A3-6C0D-585E-8683-48C4C487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9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579F-1F36-88E2-78B1-2C549B3D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692287"/>
            <a:ext cx="9601200" cy="50989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A43F27"/>
              </a:buClr>
            </a:pP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P. Samayoa, N. Silver, G. Feinstein, and M. LeBlanc, "Lipid nanoparticle compositions and uses thereof," W.O. Patent 2023/239756 A1, Dec. 14, 2023.</a:t>
            </a:r>
          </a:p>
          <a:p>
            <a:pPr>
              <a:buClr>
                <a:srgbClr val="A43F27"/>
              </a:buClr>
            </a:pPr>
            <a:r>
              <a:rPr lang="en-US" sz="160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Acuitas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Therapeutics, Inc., "Lipid nanoparticle compositions," E.P. Patent Application 4 442 256 A1, 2024.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L. </a:t>
            </a:r>
            <a:r>
              <a:rPr lang="en-US" sz="160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Dagge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K. Harr, M. Paul, and G. </a:t>
            </a:r>
            <a:r>
              <a:rPr lang="en-US" sz="160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Schnedl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“Classification of process analysis: Offline – Atline – Online – Inline,”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600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Cement International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vol. 7, no. 5, pp. 2–8, 2009.</a:t>
            </a:r>
          </a:p>
          <a:p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A. de Juan and R. R. de Oliveira,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“Hyperspectral image and chemometrics. A step beyond classical spectroscopic PAT tools,”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600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Analytical and Bioanalytical Chemistry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vol. 418, pp. 23–34, 2025,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doi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10.1007/s00216-025-06154-x.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G. Gerzon, Y. Sheng, and M. Kirkitadze,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“Process analytical technologies – Advances in bioprocess integration and future perspectives,”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600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Journal of Pharmaceutical and Biomedical Analysis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vol. 207, 114379, 2021,</a:t>
            </a:r>
            <a:b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doi</a:t>
            </a:r>
            <a:r>
              <a:rPr lang="en-US" sz="16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10.1016/j.jpba.2021.114379.</a:t>
            </a:r>
          </a:p>
          <a:p>
            <a:pPr>
              <a:buClr>
                <a:srgbClr val="A43F27"/>
              </a:buClr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P. L. Ahl, “Microfluidic and turbulent mixing for mRNA LNP vaccines,” Pharmaceutics, vol. 17, no. 9, Art. no. 1148, 2025,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10.3390/pharmaceutics17091148.</a:t>
            </a:r>
          </a:p>
          <a:p>
            <a:pPr>
              <a:buClr>
                <a:srgbClr val="A43F27"/>
              </a:buClr>
            </a:pPr>
            <a:endParaRPr lang="en-US" sz="160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4158B-CD97-52F5-43BC-3D9DD971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78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30820-4AB0-05C2-DA01-0277258B809D}"/>
              </a:ext>
            </a:extLst>
          </p:cNvPr>
          <p:cNvSpPr txBox="1"/>
          <p:nvPr/>
        </p:nvSpPr>
        <p:spPr>
          <a:xfrm>
            <a:off x="3419856" y="2413337"/>
            <a:ext cx="6373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FB0F7-B3F2-CB87-A851-B53232DE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Diamond Grid 16x9</vt:lpstr>
      <vt:lpstr>PowerPoint Presentation</vt:lpstr>
      <vt:lpstr>PROCESS FLOW CHART –LAB SCALE</vt:lpstr>
      <vt:lpstr>Alternatives of M101(macrofluidic mixture)</vt:lpstr>
      <vt:lpstr>Alternatives for UF101 (Ethanol Removal &amp; Buffer Exchange)</vt:lpstr>
      <vt:lpstr>Alternatives for F101 (Sterile Filtration)</vt:lpstr>
      <vt:lpstr>Catalogue Code</vt:lpstr>
      <vt:lpstr>PowerPoint Presentation</vt:lpstr>
      <vt:lpstr>PowerPoint Presentation</vt:lpstr>
      <vt:lpstr>PAT Measurement Level</vt:lpstr>
      <vt:lpstr>Offline Analysis</vt:lpstr>
      <vt:lpstr>At-line Analysis</vt:lpstr>
      <vt:lpstr>Online Analysis</vt:lpstr>
      <vt:lpstr>In-line Analysis</vt:lpstr>
      <vt:lpstr>PowerPoint Presentation</vt:lpstr>
      <vt:lpstr>CLASSIFICATION OF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 Jonwal</dc:creator>
  <cp:revision>1</cp:revision>
  <cp:lastPrinted>2026-02-15T14:55:21Z</cp:lastPrinted>
  <dcterms:created xsi:type="dcterms:W3CDTF">2026-02-14T19:07:36Z</dcterms:created>
  <dcterms:modified xsi:type="dcterms:W3CDTF">2026-02-16T10:59:38Z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