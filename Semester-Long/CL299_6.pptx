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8" r:id="rId2"/>
    <p:sldId id="330" r:id="rId3"/>
    <p:sldId id="325" r:id="rId4"/>
    <p:sldId id="326" r:id="rId5"/>
    <p:sldId id="327" r:id="rId6"/>
    <p:sldId id="329" r:id="rId7"/>
    <p:sldId id="320" r:id="rId8"/>
    <p:sldId id="321" r:id="rId9"/>
    <p:sldId id="324" r:id="rId10"/>
    <p:sldId id="323" r:id="rId11"/>
    <p:sldId id="3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5FAB9-27B8-7051-4BEC-546DCD6E5F4D}" v="479" dt="2026-03-23T10:14:46.353"/>
    <p1510:client id="{AE430377-4C8B-4E31-B2FB-FDA4249C34CB}" v="47" dt="2026-03-23T10:43:05.278"/>
    <p1510:client id="{CADDCD38-1A9F-F48A-4661-75DC68ED3025}" v="313" dt="2026-03-22T18:55:25.270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20" Type="http://schemas.microsoft.com/office/2015/10/relationships/revisionInfo" Target="revisionInfo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microsoft.com/office/2016/11/relationships/changesInfo" Target="changesInfos/changesInfo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handoutMaster" Target="handoutMasters/handoutMaster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CADDCD38-1A9F-F48A-4661-75DC68ED3025}"/>
    <pc:docChg chg="addSld delSld modSld">
      <pc:chgData name="Guest User" userId="" providerId="Windows Live" clId="Web-{CADDCD38-1A9F-F48A-4661-75DC68ED3025}" dt="2026-03-22T18:55:25.270" v="298" actId="20577"/>
      <pc:docMkLst>
        <pc:docMk/>
      </pc:docMkLst>
      <pc:sldChg chg="modSp">
        <pc:chgData name="Guest User" userId="" providerId="Windows Live" clId="Web-{CADDCD38-1A9F-F48A-4661-75DC68ED3025}" dt="2026-03-22T18:55:25.270" v="298" actId="20577"/>
        <pc:sldMkLst>
          <pc:docMk/>
          <pc:sldMk cId="3403524903" sldId="323"/>
        </pc:sldMkLst>
        <pc:spChg chg="mod">
          <ac:chgData name="Guest User" userId="" providerId="Windows Live" clId="Web-{CADDCD38-1A9F-F48A-4661-75DC68ED3025}" dt="2026-03-22T18:55:25.270" v="298" actId="20577"/>
          <ac:spMkLst>
            <pc:docMk/>
            <pc:sldMk cId="3403524903" sldId="323"/>
            <ac:spMk id="3" creationId="{78C45270-6C1A-3193-65E4-736165A8D983}"/>
          </ac:spMkLst>
        </pc:spChg>
      </pc:sldChg>
      <pc:sldChg chg="addSp delSp modSp new del">
        <pc:chgData name="Guest User" userId="" providerId="Windows Live" clId="Web-{CADDCD38-1A9F-F48A-4661-75DC68ED3025}" dt="2026-03-22T18:38:00.805" v="18"/>
        <pc:sldMkLst>
          <pc:docMk/>
          <pc:sldMk cId="1567738863" sldId="330"/>
        </pc:sldMkLst>
        <pc:spChg chg="del">
          <ac:chgData name="Guest User" userId="" providerId="Windows Live" clId="Web-{CADDCD38-1A9F-F48A-4661-75DC68ED3025}" dt="2026-03-22T18:37:41.320" v="1"/>
          <ac:spMkLst>
            <pc:docMk/>
            <pc:sldMk cId="1567738863" sldId="330"/>
            <ac:spMk id="3" creationId="{5A2F221F-13D9-BCD6-D8CC-8DE81688CD9E}"/>
          </ac:spMkLst>
        </pc:spChg>
        <pc:graphicFrameChg chg="add mod ord modGraphic">
          <ac:chgData name="Guest User" userId="" providerId="Windows Live" clId="Web-{CADDCD38-1A9F-F48A-4661-75DC68ED3025}" dt="2026-03-22T18:37:41.320" v="1"/>
          <ac:graphicFrameMkLst>
            <pc:docMk/>
            <pc:sldMk cId="1567738863" sldId="330"/>
            <ac:graphicFrameMk id="4" creationId="{40EDE099-4575-B916-5753-90C16D52CC25}"/>
          </ac:graphicFrameMkLst>
        </pc:graphicFrameChg>
        <pc:graphicFrameChg chg="add mod modGraphic">
          <ac:chgData name="Guest User" userId="" providerId="Windows Live" clId="Web-{CADDCD38-1A9F-F48A-4661-75DC68ED3025}" dt="2026-03-22T18:37:57.773" v="17"/>
          <ac:graphicFrameMkLst>
            <pc:docMk/>
            <pc:sldMk cId="1567738863" sldId="330"/>
            <ac:graphicFrameMk id="6" creationId="{81FB4213-E182-6708-4BF0-C275CF231BC2}"/>
          </ac:graphicFrameMkLst>
        </pc:graphicFrameChg>
      </pc:sldChg>
      <pc:sldChg chg="addSp delSp modSp new">
        <pc:chgData name="Guest User" userId="" providerId="Windows Live" clId="Web-{CADDCD38-1A9F-F48A-4661-75DC68ED3025}" dt="2026-03-22T18:54:34.048" v="289" actId="1076"/>
        <pc:sldMkLst>
          <pc:docMk/>
          <pc:sldMk cId="1615709856" sldId="330"/>
        </pc:sldMkLst>
        <pc:spChg chg="mod">
          <ac:chgData name="Guest User" userId="" providerId="Windows Live" clId="Web-{CADDCD38-1A9F-F48A-4661-75DC68ED3025}" dt="2026-03-22T18:54:33.939" v="283" actId="1076"/>
          <ac:spMkLst>
            <pc:docMk/>
            <pc:sldMk cId="1615709856" sldId="330"/>
            <ac:spMk id="2" creationId="{CB5BC1BE-36F5-DE0E-075E-69153BE2B26B}"/>
          </ac:spMkLst>
        </pc:spChg>
        <pc:spChg chg="del">
          <ac:chgData name="Guest User" userId="" providerId="Windows Live" clId="Web-{CADDCD38-1A9F-F48A-4661-75DC68ED3025}" dt="2026-03-22T18:40:05.733" v="20"/>
          <ac:spMkLst>
            <pc:docMk/>
            <pc:sldMk cId="1615709856" sldId="330"/>
            <ac:spMk id="3" creationId="{4A87AA6A-0224-3EA0-2E51-7D9F4CC938DA}"/>
          </ac:spMkLst>
        </pc:spChg>
        <pc:spChg chg="add mod">
          <ac:chgData name="Guest User" userId="" providerId="Windows Live" clId="Web-{CADDCD38-1A9F-F48A-4661-75DC68ED3025}" dt="2026-03-22T18:54:34.001" v="286" actId="1076"/>
          <ac:spMkLst>
            <pc:docMk/>
            <pc:sldMk cId="1615709856" sldId="330"/>
            <ac:spMk id="7" creationId="{F8827974-7772-51F8-A4FA-44F12DFCA844}"/>
          </ac:spMkLst>
        </pc:spChg>
        <pc:spChg chg="add mod">
          <ac:chgData name="Guest User" userId="" providerId="Windows Live" clId="Web-{CADDCD38-1A9F-F48A-4661-75DC68ED3025}" dt="2026-03-22T18:54:34.017" v="287" actId="1076"/>
          <ac:spMkLst>
            <pc:docMk/>
            <pc:sldMk cId="1615709856" sldId="330"/>
            <ac:spMk id="8" creationId="{FD7AD1C7-AAFC-66B4-452F-DE2F2BAC59B3}"/>
          </ac:spMkLst>
        </pc:spChg>
        <pc:graphicFrameChg chg="add mod ord modGraphic">
          <ac:chgData name="Guest User" userId="" providerId="Windows Live" clId="Web-{CADDCD38-1A9F-F48A-4661-75DC68ED3025}" dt="2026-03-22T18:54:33.970" v="284" actId="1076"/>
          <ac:graphicFrameMkLst>
            <pc:docMk/>
            <pc:sldMk cId="1615709856" sldId="330"/>
            <ac:graphicFrameMk id="4" creationId="{C66C3623-1693-65DA-638D-B39C266702BC}"/>
          </ac:graphicFrameMkLst>
        </pc:graphicFrameChg>
        <pc:graphicFrameChg chg="add mod modGraphic">
          <ac:chgData name="Guest User" userId="" providerId="Windows Live" clId="Web-{CADDCD38-1A9F-F48A-4661-75DC68ED3025}" dt="2026-03-22T18:54:33.986" v="285" actId="1076"/>
          <ac:graphicFrameMkLst>
            <pc:docMk/>
            <pc:sldMk cId="1615709856" sldId="330"/>
            <ac:graphicFrameMk id="6" creationId="{80FCA97E-42D3-E917-989C-0B381D8D95F5}"/>
          </ac:graphicFrameMkLst>
        </pc:graphicFrameChg>
        <pc:graphicFrameChg chg="add mod modGraphic">
          <ac:chgData name="Guest User" userId="" providerId="Windows Live" clId="Web-{CADDCD38-1A9F-F48A-4661-75DC68ED3025}" dt="2026-03-22T18:54:34.032" v="288" actId="1076"/>
          <ac:graphicFrameMkLst>
            <pc:docMk/>
            <pc:sldMk cId="1615709856" sldId="330"/>
            <ac:graphicFrameMk id="10" creationId="{596376B4-683D-FC16-7131-E3A60E7E78EB}"/>
          </ac:graphicFrameMkLst>
        </pc:graphicFrameChg>
        <pc:graphicFrameChg chg="add mod modGraphic">
          <ac:chgData name="Guest User" userId="" providerId="Windows Live" clId="Web-{CADDCD38-1A9F-F48A-4661-75DC68ED3025}" dt="2026-03-22T18:54:34.048" v="289" actId="1076"/>
          <ac:graphicFrameMkLst>
            <pc:docMk/>
            <pc:sldMk cId="1615709856" sldId="330"/>
            <ac:graphicFrameMk id="12" creationId="{C34D21EC-E536-2F33-817A-0B4783C2EE67}"/>
          </ac:graphicFrameMkLst>
        </pc:graphicFrameChg>
        <pc:graphicFrameChg chg="add del mod modGraphic">
          <ac:chgData name="Guest User" userId="" providerId="Windows Live" clId="Web-{CADDCD38-1A9F-F48A-4661-75DC68ED3025}" dt="2026-03-22T18:49:36.152" v="180"/>
          <ac:graphicFrameMkLst>
            <pc:docMk/>
            <pc:sldMk cId="1615709856" sldId="330"/>
            <ac:graphicFrameMk id="14" creationId="{02B74D5C-411F-DF82-3D5C-7EBFF19D1CCB}"/>
          </ac:graphicFrameMkLst>
        </pc:graphicFrameChg>
      </pc:sldChg>
    </pc:docChg>
  </pc:docChgLst>
  <pc:docChgLst>
    <pc:chgData name="Guest User" providerId="Windows Live" clId="Web-{9DE5FAB9-27B8-7051-4BEC-546DCD6E5F4D}"/>
    <pc:docChg chg="addSld delSld modSld">
      <pc:chgData name="Guest User" userId="" providerId="Windows Live" clId="Web-{9DE5FAB9-27B8-7051-4BEC-546DCD6E5F4D}" dt="2026-03-23T10:14:46.353" v="492" actId="20577"/>
      <pc:docMkLst>
        <pc:docMk/>
      </pc:docMkLst>
      <pc:sldChg chg="modSp new">
        <pc:chgData name="Guest User" userId="" providerId="Windows Live" clId="Web-{9DE5FAB9-27B8-7051-4BEC-546DCD6E5F4D}" dt="2026-03-23T10:12:08.515" v="487" actId="20577"/>
        <pc:sldMkLst>
          <pc:docMk/>
          <pc:sldMk cId="2236028395" sldId="325"/>
        </pc:sldMkLst>
        <pc:spChg chg="mod">
          <ac:chgData name="Guest User" userId="" providerId="Windows Live" clId="Web-{9DE5FAB9-27B8-7051-4BEC-546DCD6E5F4D}" dt="2026-03-22T17:08:07.235" v="19" actId="20577"/>
          <ac:spMkLst>
            <pc:docMk/>
            <pc:sldMk cId="2236028395" sldId="325"/>
            <ac:spMk id="2" creationId="{40ECB55D-1B42-F5E0-7D00-E03C523726AA}"/>
          </ac:spMkLst>
        </pc:spChg>
        <pc:spChg chg="mod">
          <ac:chgData name="Guest User" userId="" providerId="Windows Live" clId="Web-{9DE5FAB9-27B8-7051-4BEC-546DCD6E5F4D}" dt="2026-03-23T10:12:08.515" v="487" actId="20577"/>
          <ac:spMkLst>
            <pc:docMk/>
            <pc:sldMk cId="2236028395" sldId="325"/>
            <ac:spMk id="3" creationId="{1ABB2C83-A396-55A4-5637-89F3FEFD4C68}"/>
          </ac:spMkLst>
        </pc:spChg>
      </pc:sldChg>
      <pc:sldChg chg="modSp new">
        <pc:chgData name="Guest User" userId="" providerId="Windows Live" clId="Web-{9DE5FAB9-27B8-7051-4BEC-546DCD6E5F4D}" dt="2026-03-22T17:15:06.695" v="308" actId="20577"/>
        <pc:sldMkLst>
          <pc:docMk/>
          <pc:sldMk cId="4243133736" sldId="326"/>
        </pc:sldMkLst>
        <pc:spChg chg="mod">
          <ac:chgData name="Guest User" userId="" providerId="Windows Live" clId="Web-{9DE5FAB9-27B8-7051-4BEC-546DCD6E5F4D}" dt="2026-03-22T17:15:06.695" v="308" actId="20577"/>
          <ac:spMkLst>
            <pc:docMk/>
            <pc:sldMk cId="4243133736" sldId="326"/>
            <ac:spMk id="2" creationId="{2B705D93-9633-7F76-7352-B082D4CCA21D}"/>
          </ac:spMkLst>
        </pc:spChg>
        <pc:spChg chg="mod">
          <ac:chgData name="Guest User" userId="" providerId="Windows Live" clId="Web-{9DE5FAB9-27B8-7051-4BEC-546DCD6E5F4D}" dt="2026-03-22T17:14:57.195" v="307" actId="20577"/>
          <ac:spMkLst>
            <pc:docMk/>
            <pc:sldMk cId="4243133736" sldId="326"/>
            <ac:spMk id="3" creationId="{34C13175-39CB-E349-02DC-98D28615DF3D}"/>
          </ac:spMkLst>
        </pc:spChg>
      </pc:sldChg>
      <pc:sldChg chg="modSp new">
        <pc:chgData name="Guest User" userId="" providerId="Windows Live" clId="Web-{9DE5FAB9-27B8-7051-4BEC-546DCD6E5F4D}" dt="2026-03-22T17:44:03.658" v="470"/>
        <pc:sldMkLst>
          <pc:docMk/>
          <pc:sldMk cId="3360224391" sldId="327"/>
        </pc:sldMkLst>
        <pc:spChg chg="mod">
          <ac:chgData name="Guest User" userId="" providerId="Windows Live" clId="Web-{9DE5FAB9-27B8-7051-4BEC-546DCD6E5F4D}" dt="2026-03-22T17:44:03.627" v="469"/>
          <ac:spMkLst>
            <pc:docMk/>
            <pc:sldMk cId="3360224391" sldId="327"/>
            <ac:spMk id="2" creationId="{D72E0C13-5109-246F-3B12-7F57B67B178B}"/>
          </ac:spMkLst>
        </pc:spChg>
        <pc:spChg chg="mod">
          <ac:chgData name="Guest User" userId="" providerId="Windows Live" clId="Web-{9DE5FAB9-27B8-7051-4BEC-546DCD6E5F4D}" dt="2026-03-22T17:44:03.658" v="470"/>
          <ac:spMkLst>
            <pc:docMk/>
            <pc:sldMk cId="3360224391" sldId="327"/>
            <ac:spMk id="3" creationId="{4035D12F-771A-2569-B17C-EF9869920D24}"/>
          </ac:spMkLst>
        </pc:spChg>
      </pc:sldChg>
      <pc:sldChg chg="modSp new del">
        <pc:chgData name="Guest User" userId="" providerId="Windows Live" clId="Web-{9DE5FAB9-27B8-7051-4BEC-546DCD6E5F4D}" dt="2026-03-22T17:46:54.630" v="471"/>
        <pc:sldMkLst>
          <pc:docMk/>
          <pc:sldMk cId="3071221608" sldId="328"/>
        </pc:sldMkLst>
        <pc:spChg chg="mod">
          <ac:chgData name="Guest User" userId="" providerId="Windows Live" clId="Web-{9DE5FAB9-27B8-7051-4BEC-546DCD6E5F4D}" dt="2026-03-22T17:30:29.718" v="397" actId="20577"/>
          <ac:spMkLst>
            <pc:docMk/>
            <pc:sldMk cId="3071221608" sldId="328"/>
            <ac:spMk id="2" creationId="{A9F0783A-531A-4955-ADFA-E00A29571FDF}"/>
          </ac:spMkLst>
        </pc:spChg>
        <pc:spChg chg="mod">
          <ac:chgData name="Guest User" userId="" providerId="Windows Live" clId="Web-{9DE5FAB9-27B8-7051-4BEC-546DCD6E5F4D}" dt="2026-03-22T17:31:39.720" v="423" actId="20577"/>
          <ac:spMkLst>
            <pc:docMk/>
            <pc:sldMk cId="3071221608" sldId="328"/>
            <ac:spMk id="3" creationId="{F138CF4B-72E3-933E-A545-28E464815261}"/>
          </ac:spMkLst>
        </pc:spChg>
      </pc:sldChg>
      <pc:sldChg chg="modSp new">
        <pc:chgData name="Guest User" userId="" providerId="Windows Live" clId="Web-{9DE5FAB9-27B8-7051-4BEC-546DCD6E5F4D}" dt="2026-03-22T17:32:48.830" v="449" actId="20577"/>
        <pc:sldMkLst>
          <pc:docMk/>
          <pc:sldMk cId="2913288060" sldId="329"/>
        </pc:sldMkLst>
        <pc:spChg chg="mod">
          <ac:chgData name="Guest User" userId="" providerId="Windows Live" clId="Web-{9DE5FAB9-27B8-7051-4BEC-546DCD6E5F4D}" dt="2026-03-22T17:32:06.283" v="441" actId="20577"/>
          <ac:spMkLst>
            <pc:docMk/>
            <pc:sldMk cId="2913288060" sldId="329"/>
            <ac:spMk id="2" creationId="{B1ED840A-0669-20C1-1182-47E95E64635A}"/>
          </ac:spMkLst>
        </pc:spChg>
        <pc:spChg chg="mod">
          <ac:chgData name="Guest User" userId="" providerId="Windows Live" clId="Web-{9DE5FAB9-27B8-7051-4BEC-546DCD6E5F4D}" dt="2026-03-22T17:32:48.830" v="449" actId="20577"/>
          <ac:spMkLst>
            <pc:docMk/>
            <pc:sldMk cId="2913288060" sldId="329"/>
            <ac:spMk id="3" creationId="{C4EB42F8-B542-77D6-5CF1-F05B859A285A}"/>
          </ac:spMkLst>
        </pc:spChg>
      </pc:sldChg>
      <pc:sldChg chg="modSp new del">
        <pc:chgData name="Guest User" userId="" providerId="Windows Live" clId="Web-{9DE5FAB9-27B8-7051-4BEC-546DCD6E5F4D}" dt="2026-03-22T17:35:15.152" v="463"/>
        <pc:sldMkLst>
          <pc:docMk/>
          <pc:sldMk cId="150245502" sldId="330"/>
        </pc:sldMkLst>
        <pc:spChg chg="mod">
          <ac:chgData name="Guest User" userId="" providerId="Windows Live" clId="Web-{9DE5FAB9-27B8-7051-4BEC-546DCD6E5F4D}" dt="2026-03-22T17:33:16.300" v="462" actId="20577"/>
          <ac:spMkLst>
            <pc:docMk/>
            <pc:sldMk cId="150245502" sldId="330"/>
            <ac:spMk id="2" creationId="{A7D1787A-8DD3-1E9D-6BCF-78FC638B6431}"/>
          </ac:spMkLst>
        </pc:spChg>
      </pc:sldChg>
      <pc:sldChg chg="modSp">
        <pc:chgData name="Guest User" userId="" providerId="Windows Live" clId="Web-{9DE5FAB9-27B8-7051-4BEC-546DCD6E5F4D}" dt="2026-03-23T10:14:46.353" v="492" actId="20577"/>
        <pc:sldMkLst>
          <pc:docMk/>
          <pc:sldMk cId="1615709856" sldId="330"/>
        </pc:sldMkLst>
        <pc:spChg chg="mod">
          <ac:chgData name="Guest User" userId="" providerId="Windows Live" clId="Web-{9DE5FAB9-27B8-7051-4BEC-546DCD6E5F4D}" dt="2026-03-23T10:14:46.353" v="492" actId="20577"/>
          <ac:spMkLst>
            <pc:docMk/>
            <pc:sldMk cId="1615709856" sldId="330"/>
            <ac:spMk id="2" creationId="{CB5BC1BE-36F5-DE0E-075E-69153BE2B26B}"/>
          </ac:spMkLst>
        </pc:spChg>
      </pc:sldChg>
    </pc:docChg>
  </pc:docChgLst>
  <pc:docChgLst>
    <pc:chgData name="Saket Jonwal" userId="e987aff2cc526e99" providerId="LiveId" clId="{E7F24A9B-30E1-403B-835C-32C2FE2C0384}"/>
    <pc:docChg chg="custSel addSld delSld modSld sldOrd">
      <pc:chgData name="Saket Jonwal" userId="e987aff2cc526e99" providerId="LiveId" clId="{E7F24A9B-30E1-403B-835C-32C2FE2C0384}" dt="2026-03-23T10:43:05.278" v="581" actId="27636"/>
      <pc:docMkLst>
        <pc:docMk/>
      </pc:docMkLst>
      <pc:sldChg chg="modSp add mod">
        <pc:chgData name="Saket Jonwal" userId="e987aff2cc526e99" providerId="LiveId" clId="{E7F24A9B-30E1-403B-835C-32C2FE2C0384}" dt="2026-03-22T18:04:07.043" v="557" actId="20577"/>
        <pc:sldMkLst>
          <pc:docMk/>
          <pc:sldMk cId="3976303792" sldId="318"/>
        </pc:sldMkLst>
        <pc:spChg chg="mod">
          <ac:chgData name="Saket Jonwal" userId="e987aff2cc526e99" providerId="LiveId" clId="{E7F24A9B-30E1-403B-835C-32C2FE2C0384}" dt="2026-03-22T18:04:07.043" v="557" actId="20577"/>
          <ac:spMkLst>
            <pc:docMk/>
            <pc:sldMk cId="3976303792" sldId="318"/>
            <ac:spMk id="6" creationId="{4BEEED14-BB8F-2B6E-573E-BB01F0454DD1}"/>
          </ac:spMkLst>
        </pc:spChg>
      </pc:sldChg>
      <pc:sldChg chg="add">
        <pc:chgData name="Saket Jonwal" userId="e987aff2cc526e99" providerId="LiveId" clId="{E7F24A9B-30E1-403B-835C-32C2FE2C0384}" dt="2026-03-18T03:06:58.800" v="1"/>
        <pc:sldMkLst>
          <pc:docMk/>
          <pc:sldMk cId="4055368826" sldId="319"/>
        </pc:sldMkLst>
      </pc:sldChg>
      <pc:sldChg chg="modSp new mod">
        <pc:chgData name="Saket Jonwal" userId="e987aff2cc526e99" providerId="LiveId" clId="{E7F24A9B-30E1-403B-835C-32C2FE2C0384}" dt="2026-03-21T21:37:26.076" v="357" actId="2711"/>
        <pc:sldMkLst>
          <pc:docMk/>
          <pc:sldMk cId="36606172" sldId="320"/>
        </pc:sldMkLst>
        <pc:spChg chg="mod">
          <ac:chgData name="Saket Jonwal" userId="e987aff2cc526e99" providerId="LiveId" clId="{E7F24A9B-30E1-403B-835C-32C2FE2C0384}" dt="2026-03-21T21:37:26.076" v="357" actId="2711"/>
          <ac:spMkLst>
            <pc:docMk/>
            <pc:sldMk cId="36606172" sldId="320"/>
            <ac:spMk id="2" creationId="{7E9400D4-7171-4312-7F0E-81115BFDEAB5}"/>
          </ac:spMkLst>
        </pc:spChg>
        <pc:spChg chg="mod">
          <ac:chgData name="Saket Jonwal" userId="e987aff2cc526e99" providerId="LiveId" clId="{E7F24A9B-30E1-403B-835C-32C2FE2C0384}" dt="2026-03-21T21:37:26.076" v="357" actId="2711"/>
          <ac:spMkLst>
            <pc:docMk/>
            <pc:sldMk cId="36606172" sldId="320"/>
            <ac:spMk id="3" creationId="{A85A8E1D-AE73-5C63-155E-E1F26C313D8A}"/>
          </ac:spMkLst>
        </pc:spChg>
      </pc:sldChg>
      <pc:sldChg chg="addSp modSp new mod">
        <pc:chgData name="Saket Jonwal" userId="e987aff2cc526e99" providerId="LiveId" clId="{E7F24A9B-30E1-403B-835C-32C2FE2C0384}" dt="2026-03-21T21:37:36.070" v="358" actId="2711"/>
        <pc:sldMkLst>
          <pc:docMk/>
          <pc:sldMk cId="3979373201" sldId="321"/>
        </pc:sldMkLst>
        <pc:spChg chg="mod">
          <ac:chgData name="Saket Jonwal" userId="e987aff2cc526e99" providerId="LiveId" clId="{E7F24A9B-30E1-403B-835C-32C2FE2C0384}" dt="2026-03-21T21:37:36.070" v="358" actId="2711"/>
          <ac:spMkLst>
            <pc:docMk/>
            <pc:sldMk cId="3979373201" sldId="321"/>
            <ac:spMk id="2" creationId="{8E79C59F-5285-C983-15A7-DD89685801C4}"/>
          </ac:spMkLst>
        </pc:spChg>
        <pc:spChg chg="mod">
          <ac:chgData name="Saket Jonwal" userId="e987aff2cc526e99" providerId="LiveId" clId="{E7F24A9B-30E1-403B-835C-32C2FE2C0384}" dt="2026-03-21T21:37:36.070" v="358" actId="2711"/>
          <ac:spMkLst>
            <pc:docMk/>
            <pc:sldMk cId="3979373201" sldId="321"/>
            <ac:spMk id="3" creationId="{38C3E716-DAF7-2A2E-33A9-212A59571CE1}"/>
          </ac:spMkLst>
        </pc:spChg>
        <pc:spChg chg="add mod">
          <ac:chgData name="Saket Jonwal" userId="e987aff2cc526e99" providerId="LiveId" clId="{E7F24A9B-30E1-403B-835C-32C2FE2C0384}" dt="2026-03-21T21:37:36.070" v="358" actId="2711"/>
          <ac:spMkLst>
            <pc:docMk/>
            <pc:sldMk cId="3979373201" sldId="321"/>
            <ac:spMk id="4" creationId="{0D1C4345-56BF-20C2-4CBA-BA9D5750B0B1}"/>
          </ac:spMkLst>
        </pc:spChg>
      </pc:sldChg>
      <pc:sldChg chg="modSp new mod">
        <pc:chgData name="Saket Jonwal" userId="e987aff2cc526e99" providerId="LiveId" clId="{E7F24A9B-30E1-403B-835C-32C2FE2C0384}" dt="2026-03-23T10:43:05.278" v="581" actId="27636"/>
        <pc:sldMkLst>
          <pc:docMk/>
          <pc:sldMk cId="3403524903" sldId="323"/>
        </pc:sldMkLst>
        <pc:spChg chg="mod">
          <ac:chgData name="Saket Jonwal" userId="e987aff2cc526e99" providerId="LiveId" clId="{E7F24A9B-30E1-403B-835C-32C2FE2C0384}" dt="2026-03-23T10:43:01.439" v="579" actId="1076"/>
          <ac:spMkLst>
            <pc:docMk/>
            <pc:sldMk cId="3403524903" sldId="323"/>
            <ac:spMk id="2" creationId="{725FC794-ABFF-707F-2EE1-7BC161D7EC0D}"/>
          </ac:spMkLst>
        </pc:spChg>
        <pc:spChg chg="mod">
          <ac:chgData name="Saket Jonwal" userId="e987aff2cc526e99" providerId="LiveId" clId="{E7F24A9B-30E1-403B-835C-32C2FE2C0384}" dt="2026-03-23T10:43:05.278" v="581" actId="27636"/>
          <ac:spMkLst>
            <pc:docMk/>
            <pc:sldMk cId="3403524903" sldId="323"/>
            <ac:spMk id="3" creationId="{78C45270-6C1A-3193-65E4-736165A8D983}"/>
          </ac:spMkLst>
        </pc:spChg>
      </pc:sldChg>
      <pc:sldChg chg="modSp new mod ord">
        <pc:chgData name="Saket Jonwal" userId="e987aff2cc526e99" providerId="LiveId" clId="{E7F24A9B-30E1-403B-835C-32C2FE2C0384}" dt="2026-03-23T10:40:03.511" v="560" actId="114"/>
        <pc:sldMkLst>
          <pc:docMk/>
          <pc:sldMk cId="1644248644" sldId="324"/>
        </pc:sldMkLst>
        <pc:spChg chg="mod">
          <ac:chgData name="Saket Jonwal" userId="e987aff2cc526e99" providerId="LiveId" clId="{E7F24A9B-30E1-403B-835C-32C2FE2C0384}" dt="2026-03-22T09:59:34.139" v="545" actId="114"/>
          <ac:spMkLst>
            <pc:docMk/>
            <pc:sldMk cId="1644248644" sldId="324"/>
            <ac:spMk id="2" creationId="{4FAEBFD1-BC75-8269-A263-4164050B68C6}"/>
          </ac:spMkLst>
        </pc:spChg>
        <pc:spChg chg="mod">
          <ac:chgData name="Saket Jonwal" userId="e987aff2cc526e99" providerId="LiveId" clId="{E7F24A9B-30E1-403B-835C-32C2FE2C0384}" dt="2026-03-22T09:59:29.975" v="544" actId="114"/>
          <ac:spMkLst>
            <pc:docMk/>
            <pc:sldMk cId="1644248644" sldId="324"/>
            <ac:spMk id="3" creationId="{078507BD-FF48-1B8F-E176-17DE13A8EC64}"/>
          </ac:spMkLst>
        </pc:spChg>
        <pc:spChg chg="mod">
          <ac:chgData name="Saket Jonwal" userId="e987aff2cc526e99" providerId="LiveId" clId="{E7F24A9B-30E1-403B-835C-32C2FE2C0384}" dt="2026-03-23T10:40:03.511" v="560" actId="114"/>
          <ac:spMkLst>
            <pc:docMk/>
            <pc:sldMk cId="1644248644" sldId="324"/>
            <ac:spMk id="4" creationId="{2C471C56-1448-F8C6-B549-EFD68C56791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3/23/2026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3/23/2026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F88E0-2D6B-F23C-2693-9D5F1C9F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471F8-55B2-3E4C-9B73-C3DB1A893BE2}"/>
              </a:ext>
            </a:extLst>
          </p:cNvPr>
          <p:cNvSpPr txBox="1"/>
          <p:nvPr/>
        </p:nvSpPr>
        <p:spPr>
          <a:xfrm>
            <a:off x="1534668" y="2057906"/>
            <a:ext cx="10232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LNP Manufacturing and Process     </a:t>
            </a:r>
          </a:p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Simulation</a:t>
            </a:r>
            <a:endParaRPr lang="en-IN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EED14-BB8F-2B6E-573E-BB01F0454DD1}"/>
              </a:ext>
            </a:extLst>
          </p:cNvPr>
          <p:cNvSpPr txBox="1"/>
          <p:nvPr/>
        </p:nvSpPr>
        <p:spPr>
          <a:xfrm>
            <a:off x="5128260" y="1873240"/>
            <a:ext cx="596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 299 presentation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E313D-7B1D-B6B4-4094-4008CCCEEF2A}"/>
              </a:ext>
            </a:extLst>
          </p:cNvPr>
          <p:cNvSpPr txBox="1"/>
          <p:nvPr/>
        </p:nvSpPr>
        <p:spPr>
          <a:xfrm>
            <a:off x="7915656" y="4322064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Prof. Kaustubh S. Rane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Chemical Engineering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38E97-A9BD-C4C8-D872-0F9A95D67111}"/>
              </a:ext>
            </a:extLst>
          </p:cNvPr>
          <p:cNvSpPr txBox="1"/>
          <p:nvPr/>
        </p:nvSpPr>
        <p:spPr>
          <a:xfrm>
            <a:off x="911352" y="4322064"/>
            <a:ext cx="3849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Rhythem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Soni 24110296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Aman Bola 24110032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Saket Jonwal 24110311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364D75EF-2CC9-7EEB-1DBE-EA0605B2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757" y="415335"/>
            <a:ext cx="1388102" cy="138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F0C140A-20AD-69BF-589F-D2CDF172898F}"/>
              </a:ext>
            </a:extLst>
          </p:cNvPr>
          <p:cNvSpPr txBox="1">
            <a:spLocks/>
          </p:cNvSpPr>
          <p:nvPr/>
        </p:nvSpPr>
        <p:spPr>
          <a:xfrm>
            <a:off x="10817711" y="64420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0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C1BE-36F5-DE0E-075E-69153BE2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377" y="-128261"/>
            <a:ext cx="9601200" cy="1142385"/>
          </a:xfrm>
        </p:spPr>
        <p:txBody>
          <a:bodyPr/>
          <a:lstStyle/>
          <a:p>
            <a:r>
              <a:rPr lang="en-US">
                <a:cs typeface="Arial"/>
              </a:rPr>
              <a:t>Energy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6C3623-1693-65DA-638D-B39C26670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7011148"/>
              </p:ext>
            </p:extLst>
          </p:nvPr>
        </p:nvGraphicFramePr>
        <p:xfrm>
          <a:off x="1321377" y="1461654"/>
          <a:ext cx="9601200" cy="11125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420248364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644447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Flow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Power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51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1–10 mL/min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~10 W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94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10–50 mL/min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2D2E2D"/>
                          </a:solidFill>
                        </a:rPr>
                        <a:t>~15–20 W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268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FCA97E-42D3-E917-989C-0B381D8D9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89523"/>
              </p:ext>
            </p:extLst>
          </p:nvPr>
        </p:nvGraphicFramePr>
        <p:xfrm>
          <a:off x="129886" y="3134590"/>
          <a:ext cx="4064000" cy="221318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13991896"/>
                    </a:ext>
                  </a:extLst>
                </a:gridCol>
              </a:tblGrid>
              <a:tr h="14816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227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950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1118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827974-7772-51F8-A4FA-44F12DFCA844}"/>
              </a:ext>
            </a:extLst>
          </p:cNvPr>
          <p:cNvSpPr txBox="1"/>
          <p:nvPr/>
        </p:nvSpPr>
        <p:spPr>
          <a:xfrm>
            <a:off x="1307983" y="1085068"/>
            <a:ext cx="95856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Syringe Pump :</a:t>
            </a:r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AD1C7-AAFC-66B4-452F-DE2F2BAC59B3}"/>
              </a:ext>
            </a:extLst>
          </p:cNvPr>
          <p:cNvSpPr txBox="1"/>
          <p:nvPr/>
        </p:nvSpPr>
        <p:spPr>
          <a:xfrm>
            <a:off x="1290205" y="2658341"/>
            <a:ext cx="78797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2D2E2D"/>
                </a:solidFill>
                <a:ea typeface="+mn-lt"/>
                <a:cs typeface="+mn-lt"/>
              </a:rPr>
              <a:t>Peristaltic</a:t>
            </a:r>
            <a:r>
              <a:rPr lang="en-US" sz="1800" b="1" baseline="0">
                <a:solidFill>
                  <a:srgbClr val="2D2E2D"/>
                </a:solidFill>
                <a:ea typeface="+mn-lt"/>
                <a:cs typeface="+mn-lt"/>
              </a:rPr>
              <a:t> Pump</a:t>
            </a:r>
            <a:r>
              <a:rPr lang="en-US" b="1">
                <a:solidFill>
                  <a:srgbClr val="2D2E2D"/>
                </a:solidFill>
                <a:ea typeface="+mn-lt"/>
                <a:cs typeface="+mn-lt"/>
              </a:rPr>
              <a:t> :</a:t>
            </a:r>
            <a:endParaRPr lang="en-US">
              <a:ea typeface="+mn-lt"/>
              <a:cs typeface="+mn-lt"/>
            </a:endParaRPr>
          </a:p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6376B4-683D-FC16-7131-E3A60E7E7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8170"/>
              </p:ext>
            </p:extLst>
          </p:nvPr>
        </p:nvGraphicFramePr>
        <p:xfrm>
          <a:off x="1286741" y="3132988"/>
          <a:ext cx="9601200" cy="112888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40917467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111592753"/>
                    </a:ext>
                  </a:extLst>
                </a:gridCol>
              </a:tblGrid>
              <a:tr h="376295"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2D2E2D"/>
                          </a:solidFill>
                          <a:effectLst/>
                          <a:latin typeface="Arial"/>
                          <a:cs typeface="Arial"/>
                        </a:rPr>
                        <a:t>Flow Rate</a:t>
                      </a:r>
                      <a:endParaRPr lang="en-US"/>
                    </a:p>
                  </a:txBody>
                  <a:tcPr marL="74066" marR="74066" marT="37033" marB="37033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2D2E2D"/>
                          </a:solidFill>
                          <a:effectLst/>
                          <a:latin typeface="Arial"/>
                          <a:cs typeface="Arial"/>
                        </a:rPr>
                        <a:t>Power</a:t>
                      </a:r>
                      <a:endParaRPr lang="en-US" b="1" i="0" u="none" strike="noStrike" noProof="0">
                        <a:solidFill>
                          <a:srgbClr val="2D2E2D"/>
                        </a:solidFill>
                        <a:latin typeface="Arial"/>
                        <a:cs typeface="Arial"/>
                      </a:endParaRPr>
                    </a:p>
                  </a:txBody>
                  <a:tcPr marL="74066" marR="74066" marT="37033" marB="37033"/>
                </a:tc>
                <a:extLst>
                  <a:ext uri="{0D108BD9-81ED-4DB2-BD59-A6C34878D82A}">
                    <a16:rowId xmlns:a16="http://schemas.microsoft.com/office/drawing/2014/main" val="143656647"/>
                  </a:ext>
                </a:extLst>
              </a:tr>
              <a:tr h="376295"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rial"/>
                          <a:cs typeface="Arial"/>
                        </a:rPr>
                        <a:t>10–50 mL/min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4066" marR="74066" marT="37033" marB="37033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20–40 W</a:t>
                      </a:r>
                    </a:p>
                  </a:txBody>
                  <a:tcPr marL="74066" marR="74066" marT="37033" marB="37033"/>
                </a:tc>
                <a:extLst>
                  <a:ext uri="{0D108BD9-81ED-4DB2-BD59-A6C34878D82A}">
                    <a16:rowId xmlns:a16="http://schemas.microsoft.com/office/drawing/2014/main" val="195009118"/>
                  </a:ext>
                </a:extLst>
              </a:tr>
              <a:tr h="376295"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rial"/>
                          <a:cs typeface="Arial"/>
                        </a:rPr>
                        <a:t>50–100 mL/min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4066" marR="74066" marT="37033" marB="37033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725"/>
                        </a:lnSpc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rial"/>
                          <a:cs typeface="Arial"/>
                        </a:rPr>
                        <a:t>40–80 W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4066" marR="74066" marT="37033" marB="37033"/>
                </a:tc>
                <a:extLst>
                  <a:ext uri="{0D108BD9-81ED-4DB2-BD59-A6C34878D82A}">
                    <a16:rowId xmlns:a16="http://schemas.microsoft.com/office/drawing/2014/main" val="224074289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34D21EC-E536-2F33-817A-0B4783C2E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55596"/>
              </p:ext>
            </p:extLst>
          </p:nvPr>
        </p:nvGraphicFramePr>
        <p:xfrm>
          <a:off x="1290204" y="4449734"/>
          <a:ext cx="12192000" cy="914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46294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TFF circulation pump  :- </a:t>
                      </a:r>
                      <a:r>
                        <a:rPr lang="en-US" sz="1800" b="0" i="0" u="none" strike="noStrike" noProof="0">
                          <a:solidFill>
                            <a:srgbClr val="2D2E2D"/>
                          </a:solidFill>
                          <a:latin typeface="Arial"/>
                          <a:cs typeface="Arial"/>
                        </a:rPr>
                        <a:t>80–120 W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Magnetic stirrer :-  </a:t>
                      </a:r>
                      <a:r>
                        <a:rPr lang="en-US" sz="1800" b="0" i="0" u="none" strike="noStrike" noProof="0">
                          <a:solidFill>
                            <a:srgbClr val="2D2E2D"/>
                          </a:solidFill>
                          <a:latin typeface="Arial"/>
                          <a:cs typeface="Arial"/>
                        </a:rPr>
                        <a:t>5–15 W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Total power :- </a:t>
                      </a:r>
                      <a:r>
                        <a:rPr lang="en-US" b="0"/>
                        <a:t>240W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122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70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B55D-1B42-F5E0-7D00-E03C5237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Process Simulation 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B2C83-A396-55A4-5637-89F3FEFD4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This code supports both forward and backward calculation.</a:t>
            </a: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Main components:</a:t>
            </a:r>
            <a:endParaRPr lang="en-US" b="1">
              <a:latin typeface="Times New Roman"/>
              <a:cs typeface="Times New Roman"/>
            </a:endParaRPr>
          </a:p>
          <a:p>
            <a:r>
              <a:rPr lang="en-US" err="1">
                <a:latin typeface="Times New Roman"/>
                <a:cs typeface="Times New Roman"/>
              </a:rPr>
              <a:t>forward_calculation</a:t>
            </a:r>
            <a:r>
              <a:rPr lang="en-US">
                <a:latin typeface="Times New Roman"/>
                <a:cs typeface="Times New Roman"/>
              </a:rPr>
              <a:t>()</a:t>
            </a:r>
          </a:p>
          <a:p>
            <a:r>
              <a:rPr lang="en-US" err="1">
                <a:latin typeface="Times New Roman"/>
                <a:cs typeface="Times New Roman"/>
              </a:rPr>
              <a:t>backward_calculation</a:t>
            </a:r>
            <a:r>
              <a:rPr lang="en-US">
                <a:latin typeface="Times New Roman"/>
                <a:cs typeface="Times New Roman"/>
              </a:rPr>
              <a:t>()</a:t>
            </a:r>
            <a:r>
              <a:rPr lang="en-US">
                <a:latin typeface="Times New Roman"/>
                <a:ea typeface="+mn-lt"/>
                <a:cs typeface="Times New Roman"/>
              </a:rPr>
              <a:t> → Reverse calculation 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err="1">
                <a:latin typeface="Times New Roman"/>
                <a:cs typeface="Times New Roman"/>
              </a:rPr>
              <a:t>dof_analysis</a:t>
            </a:r>
            <a:r>
              <a:rPr lang="en-US">
                <a:latin typeface="Times New Roman"/>
                <a:cs typeface="Times New Roman"/>
              </a:rPr>
              <a:t>()</a:t>
            </a:r>
            <a:r>
              <a:rPr lang="en-US">
                <a:latin typeface="Times New Roman"/>
                <a:ea typeface="+mn-lt"/>
                <a:cs typeface="Times New Roman"/>
              </a:rPr>
              <a:t> → System solvability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solve()</a:t>
            </a:r>
            <a:r>
              <a:rPr lang="en-US">
                <a:latin typeface="Times New Roman"/>
                <a:ea typeface="+mn-lt"/>
                <a:cs typeface="Times New Roman"/>
              </a:rPr>
              <a:t> → Mode selection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err="1">
                <a:latin typeface="Times New Roman"/>
                <a:cs typeface="Times New Roman"/>
              </a:rPr>
              <a:t>run_simulation</a:t>
            </a:r>
            <a:r>
              <a:rPr lang="en-US">
                <a:latin typeface="Times New Roman"/>
                <a:cs typeface="Times New Roman"/>
              </a:rPr>
              <a:t>()</a:t>
            </a:r>
            <a:r>
              <a:rPr lang="en-US">
                <a:latin typeface="Times New Roman"/>
                <a:ea typeface="+mn-lt"/>
                <a:cs typeface="Times New Roman"/>
              </a:rPr>
              <a:t> → Execution + output 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602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5D93-9633-7F76-7352-B082D4CC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Forward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13175-39CB-E349-02DC-98D28615D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Times New Roman"/>
                <a:cs typeface="Times New Roman"/>
              </a:rPr>
              <a:t>Input Feeds: Organic and Aqueous Flow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cs typeface="Times New Roman"/>
              </a:rPr>
              <a:t>FRR = </a:t>
            </a:r>
            <a:r>
              <a:rPr lang="en-US" err="1">
                <a:latin typeface="Times New Roman"/>
                <a:cs typeface="Times New Roman"/>
              </a:rPr>
              <a:t>aq</a:t>
            </a:r>
            <a:r>
              <a:rPr lang="en-US">
                <a:latin typeface="Times New Roman"/>
                <a:cs typeface="Times New Roman"/>
              </a:rPr>
              <a:t>/org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cs typeface="Times New Roman"/>
              </a:rPr>
              <a:t>Mixer = </a:t>
            </a:r>
            <a:r>
              <a:rPr lang="en-US" err="1">
                <a:latin typeface="Times New Roman"/>
                <a:cs typeface="Times New Roman"/>
              </a:rPr>
              <a:t>aq</a:t>
            </a:r>
            <a:r>
              <a:rPr lang="en-US">
                <a:latin typeface="Times New Roman"/>
                <a:cs typeface="Times New Roman"/>
              </a:rPr>
              <a:t> + org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cs typeface="Times New Roman"/>
              </a:rPr>
              <a:t>Dilution: dilution = ratio × mixer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                                </a:t>
            </a:r>
            <a:r>
              <a:rPr lang="en-US" err="1">
                <a:latin typeface="Times New Roman"/>
                <a:cs typeface="Times New Roman"/>
              </a:rPr>
              <a:t>tff_in</a:t>
            </a:r>
            <a:r>
              <a:rPr lang="en-US">
                <a:latin typeface="Times New Roman"/>
                <a:cs typeface="Times New Roman"/>
              </a:rPr>
              <a:t> = mixer + dilution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cs typeface="Times New Roman"/>
              </a:rPr>
              <a:t>TFF: retentate = </a:t>
            </a:r>
            <a:r>
              <a:rPr lang="en-US" err="1">
                <a:latin typeface="Times New Roman"/>
                <a:cs typeface="Times New Roman"/>
              </a:rPr>
              <a:t>tff_in</a:t>
            </a:r>
            <a:r>
              <a:rPr lang="en-US">
                <a:latin typeface="Times New Roman"/>
                <a:cs typeface="Times New Roman"/>
              </a:rPr>
              <a:t> / VRR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                           permeate = </a:t>
            </a:r>
            <a:r>
              <a:rPr lang="en-US" err="1">
                <a:latin typeface="Times New Roman"/>
                <a:cs typeface="Times New Roman"/>
              </a:rPr>
              <a:t>tff_in</a:t>
            </a:r>
            <a:r>
              <a:rPr lang="en-US">
                <a:latin typeface="Times New Roman"/>
                <a:cs typeface="Times New Roman"/>
              </a:rPr>
              <a:t> − retentate</a:t>
            </a: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cs typeface="Times New Roman"/>
              </a:rPr>
              <a:t>Cryoprotectant Addition: </a:t>
            </a:r>
            <a:r>
              <a:rPr lang="en-US" err="1">
                <a:latin typeface="Times New Roman"/>
                <a:ea typeface="+mn-lt"/>
                <a:cs typeface="Times New Roman"/>
              </a:rPr>
              <a:t>cryo_out</a:t>
            </a:r>
            <a:r>
              <a:rPr lang="en-US">
                <a:latin typeface="Times New Roman"/>
                <a:ea typeface="+mn-lt"/>
                <a:cs typeface="Times New Roman"/>
              </a:rPr>
              <a:t> = retentate + </a:t>
            </a:r>
            <a:r>
              <a:rPr lang="en-US" err="1">
                <a:latin typeface="Times New Roman"/>
                <a:ea typeface="+mn-lt"/>
                <a:cs typeface="Times New Roman"/>
              </a:rPr>
              <a:t>cryo_flow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cs typeface="Times New Roman"/>
              </a:rPr>
              <a:t>Final Filtration: product = </a:t>
            </a:r>
            <a:r>
              <a:rPr lang="en-US" err="1">
                <a:latin typeface="Times New Roman"/>
                <a:cs typeface="Times New Roman"/>
              </a:rPr>
              <a:t>cryo_out</a:t>
            </a:r>
            <a:r>
              <a:rPr lang="en-US">
                <a:latin typeface="Times New Roman"/>
                <a:cs typeface="Times New Roman"/>
              </a:rPr>
              <a:t> − </a:t>
            </a:r>
            <a:r>
              <a:rPr lang="en-US" err="1">
                <a:latin typeface="Times New Roman"/>
                <a:cs typeface="Times New Roman"/>
              </a:rPr>
              <a:t>dead_volume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13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0C13-5109-246F-3B12-7F57B67B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Backward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D12F-771A-2569-B17C-EF9869920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>
                <a:latin typeface="Times New Roman"/>
                <a:ea typeface="+mn-lt"/>
                <a:cs typeface="Times New Roman"/>
              </a:rPr>
              <a:t>Goal:</a:t>
            </a:r>
            <a:r>
              <a:rPr lang="en-US">
                <a:latin typeface="Times New Roman"/>
                <a:ea typeface="+mn-lt"/>
                <a:cs typeface="Times New Roman"/>
              </a:rPr>
              <a:t> Determine required inputs from desired product</a:t>
            </a: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Reverse steps: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Add back filter loss, remove cryoprotectant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Reverse TFF using VRR, reverse dilution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Split mixer using FRR 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Final result:</a:t>
            </a:r>
            <a:endParaRPr lang="en-US" b="1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Times New Roman"/>
              </a:rPr>
              <a:t>Required aqueous flow 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Times New Roman"/>
              </a:rPr>
              <a:t>Required organic flow 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Times New Roman"/>
              </a:rPr>
              <a:t>Mixer conditions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022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840A-0669-20C1-1182-47E95E64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Simulation Workflow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B42F8-B542-77D6-5CF1-F05B859A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Clr>
                <a:srgbClr val="A43F27"/>
              </a:buClr>
            </a:pPr>
            <a:r>
              <a:rPr lang="en-US">
                <a:latin typeface="Times New Roman"/>
                <a:ea typeface="+mn-lt"/>
                <a:cs typeface="Times New Roman"/>
              </a:rPr>
              <a:t>Function: </a:t>
            </a:r>
            <a:r>
              <a:rPr lang="en-US" err="1">
                <a:latin typeface="Times New Roman"/>
                <a:cs typeface="Times New Roman"/>
              </a:rPr>
              <a:t>run_simulation</a:t>
            </a:r>
            <a:r>
              <a:rPr lang="en-US">
                <a:latin typeface="Times New Roman"/>
                <a:cs typeface="Times New Roman"/>
              </a:rPr>
              <a:t>()</a:t>
            </a: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Steps: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Read JSON input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Create run folder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Execute solver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Save outputs: </a:t>
            </a:r>
            <a:endParaRPr lang="en-US">
              <a:latin typeface="Times New Roman"/>
              <a:cs typeface="Times New Roman"/>
            </a:endParaRPr>
          </a:p>
          <a:p>
            <a:pPr lvl="1">
              <a:buClr>
                <a:srgbClr val="A43F27"/>
              </a:buClr>
            </a:pPr>
            <a:r>
              <a:rPr lang="en-US">
                <a:latin typeface="Times New Roman"/>
                <a:cs typeface="Times New Roman"/>
              </a:rPr>
              <a:t>output.txt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cs typeface="Times New Roman"/>
            </a:endParaRPr>
          </a:p>
          <a:p>
            <a:pPr lvl="1">
              <a:buClr>
                <a:srgbClr val="A43F27"/>
              </a:buClr>
            </a:pPr>
            <a:r>
              <a:rPr lang="en-US">
                <a:latin typeface="Times New Roman"/>
                <a:cs typeface="Times New Roman"/>
              </a:rPr>
              <a:t>diagnostics.txt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Zip all results 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328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00D4-7171-4312-7F0E-81115BFD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PAT AS CONTROL SYSTEM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A8E1D-AE73-5C63-155E-E1F26C313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pH sensor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flow meter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temp prob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conductivity sensor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 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C59F-5285-C983-15A7-DD896858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PAT NOT AS CONTROL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E716-DAF7-2A2E-33A9-212A5957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DLS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Zeta potential analysis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Optical turbidity measurement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PVM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NIR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UV-Vis spectroscopy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Raman spectroscopy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HPLC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C4345-56BF-20C2-4CBA-BA9D5750B0B1}"/>
              </a:ext>
            </a:extLst>
          </p:cNvPr>
          <p:cNvSpPr txBox="1"/>
          <p:nvPr/>
        </p:nvSpPr>
        <p:spPr>
          <a:xfrm>
            <a:off x="5867400" y="1646238"/>
            <a:ext cx="458419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Charged aerosol detectors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UV diode ray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LC-MS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NMR </a:t>
            </a: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Cryo-TEM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37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BFD1-BC75-8269-A263-4164050B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UNIVERSAL PAT FOR LNP MANUFACTURING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507BD-FF48-1B8F-E176-17DE13A8E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DLS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Zeta Potential analysis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pH sensor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flow meter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temp prob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conductivity sensor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 </a:t>
            </a:r>
          </a:p>
          <a:p>
            <a:endParaRPr lang="en-I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i="1"/>
          </a:p>
          <a:p>
            <a:endParaRPr lang="en-IN" i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71C56-1448-F8C6-B549-EFD68C5679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Fluorescence-based assays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Cryo-TEM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Size Exclusion Chromatography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4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C794-ABFF-707F-2EE1-7BC161D7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8949"/>
            <a:ext cx="9601200" cy="114238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45270-6C1A-3193-65E4-736165A8D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89888"/>
            <a:ext cx="10634472" cy="470001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A. N. Joshi, S. Hudson, and V. V. Ranade, “Continuous manufacturing of lipid nanoparticles: Influence of device designs and operating parameters,”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Chemical Engineering Science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vol. 323, p. 123140, Dec. 2025,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10.1016/j.ces.2025.123140.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Y. Matsuura-Sawada, M.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Maeki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T. Nishioka, A. Niwa, J. Yamauchi, M. Mizoguchi, K. Wada, and M. Tokeshi, “Microfluidic device-enabled mass production of lipid-based nanoparticles for applications in nanomedicine and cosmetics,”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ACS Applied Nano Materials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5, no. 6, pp. 7867–7876, 2022,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10.1021/acsanm.2c00886.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D. C. Jürgens, L.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Deßloch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D. Porras-Gonzalez, J.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Winkeljann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S. Zielinski, M.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Munschauer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A. L.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Hörner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G. Burgstaller, B.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Winkeljann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and O. M. Merkel, “Lab-scale siRNA and mRNA LNP manufacturing by various microfluidic mixing techniques – an evaluation of particle properties and efficiency,” </a:t>
            </a:r>
            <a:r>
              <a:rPr lang="en-IN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OpenNano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p. 100161, 2023,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10.1016/j.onano.2023.100161. 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Y.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Eygeris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M. I. Henderson, A. G. Curtis, A. Jozić, J. Stoddard, R. Reynaga, K. R. Chirco, G. Li-Na Su, M.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Neuringer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A. K. Lauer, R. C. Ryals, and G. Sahay, “Preformed vesicle approach to LNP manufacturing enhances retinal mRNA delivery,”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37, p. e2400815, 2024,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10.1002/smll.202400815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K. Nag, M. E. H. Sarker, S. Kumar,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“DoE-derived continuous and robust process for manufacturing of pharmaceutical-grade wide-range LNPs for RNA-vaccine/drug delivery,”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p. 9394, 2022,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10.1038/s41598-022-12100-z. 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Harvard Apparatus, </a:t>
            </a:r>
            <a:r>
              <a:rPr lang="en-IN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Pump 11 Elite Syringe Pump User Manual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Holliston, MA, USA, 2018.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Cole-Parmer, </a:t>
            </a:r>
            <a:r>
              <a:rPr lang="en-IN" i="1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Masterflex</a:t>
            </a:r>
            <a:r>
              <a:rPr lang="en-IN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L/S Peristaltic Pump Drive Datasheet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Vernon Hills, IL, USA, 2020.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D. W. Green and M. Z. Southard, </a:t>
            </a:r>
            <a:r>
              <a:rPr lang="en-IN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Perry’s Chemical Engineers’ Handbook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9th ed. New York, NY, USA: McGraw-Hill, 2019.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52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30820-4AB0-05C2-DA01-0277258B809D}"/>
              </a:ext>
            </a:extLst>
          </p:cNvPr>
          <p:cNvSpPr txBox="1"/>
          <p:nvPr/>
        </p:nvSpPr>
        <p:spPr>
          <a:xfrm>
            <a:off x="3419856" y="2413337"/>
            <a:ext cx="6373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FB0F7-B3F2-CB87-A851-B53232DE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6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Diamond Grid 16x9</vt:lpstr>
      <vt:lpstr>PowerPoint Presentation</vt:lpstr>
      <vt:lpstr>Energy</vt:lpstr>
      <vt:lpstr>Process Simulation Code</vt:lpstr>
      <vt:lpstr>Forward Calculation</vt:lpstr>
      <vt:lpstr>Backward Calculation</vt:lpstr>
      <vt:lpstr>Simulation Workflow</vt:lpstr>
      <vt:lpstr>PAT AS CONTROL SYSTEM</vt:lpstr>
      <vt:lpstr>PAT NOT AS CONTROL SYSTEM</vt:lpstr>
      <vt:lpstr>UNIVERSAL PAT FOR LNP MANUFACTURING</vt:lpstr>
      <vt:lpstr>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Saket Jonwal</dc:creator>
  <cp:lastModifiedBy>Saket Jonwal</cp:lastModifiedBy>
  <cp:revision>2</cp:revision>
  <dcterms:created xsi:type="dcterms:W3CDTF">2026-03-18T03:05:55Z</dcterms:created>
  <dcterms:modified xsi:type="dcterms:W3CDTF">2026-03-23T11:24:39Z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