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18" r:id="rId2"/>
    <p:sldId id="32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30" r:id="rId12"/>
    <p:sldId id="31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DD2792-29FC-488A-AF76-DB3CD523A634}" v="204" dt="2026-04-06T10:37:27.150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et Jonwal" userId="e987aff2cc526e99" providerId="LiveId" clId="{E7F24A9B-30E1-403B-835C-32C2FE2C0384}"/>
    <pc:docChg chg="undo redo custSel addSld delSld modSld">
      <pc:chgData name="Saket Jonwal" userId="e987aff2cc526e99" providerId="LiveId" clId="{E7F24A9B-30E1-403B-835C-32C2FE2C0384}" dt="2026-04-06T10:37:27.150" v="1241" actId="404"/>
      <pc:docMkLst>
        <pc:docMk/>
      </pc:docMkLst>
      <pc:sldChg chg="delSp modSp mod">
        <pc:chgData name="Saket Jonwal" userId="e987aff2cc526e99" providerId="LiveId" clId="{E7F24A9B-30E1-403B-835C-32C2FE2C0384}" dt="2026-04-05T10:22:30.718" v="811" actId="478"/>
        <pc:sldMkLst>
          <pc:docMk/>
          <pc:sldMk cId="3976303792" sldId="318"/>
        </pc:sldMkLst>
        <pc:spChg chg="del mod">
          <ac:chgData name="Saket Jonwal" userId="e987aff2cc526e99" providerId="LiveId" clId="{E7F24A9B-30E1-403B-835C-32C2FE2C0384}" dt="2026-04-05T10:22:30.718" v="811" actId="478"/>
          <ac:spMkLst>
            <pc:docMk/>
            <pc:sldMk cId="3976303792" sldId="318"/>
            <ac:spMk id="4" creationId="{0FCF88E0-2D6B-F23C-2693-9D5F1C9F5834}"/>
          </ac:spMkLst>
        </pc:spChg>
      </pc:sldChg>
      <pc:sldChg chg="delSp mod">
        <pc:chgData name="Saket Jonwal" userId="e987aff2cc526e99" providerId="LiveId" clId="{E7F24A9B-30E1-403B-835C-32C2FE2C0384}" dt="2026-04-05T10:22:37.782" v="812" actId="478"/>
        <pc:sldMkLst>
          <pc:docMk/>
          <pc:sldMk cId="4055368826" sldId="319"/>
        </pc:sldMkLst>
        <pc:spChg chg="del">
          <ac:chgData name="Saket Jonwal" userId="e987aff2cc526e99" providerId="LiveId" clId="{E7F24A9B-30E1-403B-835C-32C2FE2C0384}" dt="2026-04-05T10:22:37.782" v="812" actId="478"/>
          <ac:spMkLst>
            <pc:docMk/>
            <pc:sldMk cId="4055368826" sldId="319"/>
            <ac:spMk id="3" creationId="{C60FB0F7-B3F2-CB87-A851-B53232DEAE79}"/>
          </ac:spMkLst>
        </pc:spChg>
      </pc:sldChg>
      <pc:sldChg chg="addSp delSp modSp mod modClrScheme chgLayout">
        <pc:chgData name="Saket Jonwal" userId="e987aff2cc526e99" providerId="LiveId" clId="{E7F24A9B-30E1-403B-835C-32C2FE2C0384}" dt="2026-04-06T10:35:47.790" v="1223" actId="1076"/>
        <pc:sldMkLst>
          <pc:docMk/>
          <pc:sldMk cId="1521914795" sldId="320"/>
        </pc:sldMkLst>
        <pc:spChg chg="mod">
          <ac:chgData name="Saket Jonwal" userId="e987aff2cc526e99" providerId="LiveId" clId="{E7F24A9B-30E1-403B-835C-32C2FE2C0384}" dt="2026-04-06T10:35:41.842" v="1222" actId="1076"/>
          <ac:spMkLst>
            <pc:docMk/>
            <pc:sldMk cId="1521914795" sldId="320"/>
            <ac:spMk id="2" creationId="{779872CE-4F16-BB75-EAF2-FDA45D758A1B}"/>
          </ac:spMkLst>
        </pc:spChg>
        <pc:spChg chg="mod">
          <ac:chgData name="Saket Jonwal" userId="e987aff2cc526e99" providerId="LiveId" clId="{E7F24A9B-30E1-403B-835C-32C2FE2C0384}" dt="2026-04-06T10:35:34.524" v="1221" actId="27636"/>
          <ac:spMkLst>
            <pc:docMk/>
            <pc:sldMk cId="1521914795" sldId="320"/>
            <ac:spMk id="3" creationId="{C691E444-E836-6CD8-D70D-C7551EDA1A12}"/>
          </ac:spMkLst>
        </pc:spChg>
        <pc:spChg chg="add">
          <ac:chgData name="Saket Jonwal" userId="e987aff2cc526e99" providerId="LiveId" clId="{E7F24A9B-30E1-403B-835C-32C2FE2C0384}" dt="2026-04-05T09:42:20.084" v="109"/>
          <ac:spMkLst>
            <pc:docMk/>
            <pc:sldMk cId="1521914795" sldId="320"/>
            <ac:spMk id="4" creationId="{833B9704-AFFD-C6BF-1E65-3A3BD9C85214}"/>
          </ac:spMkLst>
        </pc:spChg>
        <pc:spChg chg="add">
          <ac:chgData name="Saket Jonwal" userId="e987aff2cc526e99" providerId="LiveId" clId="{E7F24A9B-30E1-403B-835C-32C2FE2C0384}" dt="2026-04-05T09:42:23.835" v="110"/>
          <ac:spMkLst>
            <pc:docMk/>
            <pc:sldMk cId="1521914795" sldId="320"/>
            <ac:spMk id="5" creationId="{0089A80B-0771-DAD2-C8B8-BCF4C96C7B4C}"/>
          </ac:spMkLst>
        </pc:spChg>
        <pc:spChg chg="add mod">
          <ac:chgData name="Saket Jonwal" userId="e987aff2cc526e99" providerId="LiveId" clId="{E7F24A9B-30E1-403B-835C-32C2FE2C0384}" dt="2026-04-06T10:35:47.790" v="1223" actId="1076"/>
          <ac:spMkLst>
            <pc:docMk/>
            <pc:sldMk cId="1521914795" sldId="320"/>
            <ac:spMk id="8" creationId="{B4AAEF35-AE8E-B761-5883-92BE2372AB0F}"/>
          </ac:spMkLst>
        </pc:spChg>
        <pc:spChg chg="mod">
          <ac:chgData name="Saket Jonwal" userId="e987aff2cc526e99" providerId="LiveId" clId="{E7F24A9B-30E1-403B-835C-32C2FE2C0384}" dt="2026-04-06T10:35:34.454" v="1220" actId="2711"/>
          <ac:spMkLst>
            <pc:docMk/>
            <pc:sldMk cId="1521914795" sldId="320"/>
            <ac:spMk id="11" creationId="{640704B9-CC41-FD64-67C6-07A194855CE9}"/>
          </ac:spMkLst>
        </pc:spChg>
        <pc:spChg chg="add del mod">
          <ac:chgData name="Saket Jonwal" userId="e987aff2cc526e99" providerId="LiveId" clId="{E7F24A9B-30E1-403B-835C-32C2FE2C0384}" dt="2026-04-05T09:56:14.500" v="348" actId="478"/>
          <ac:spMkLst>
            <pc:docMk/>
            <pc:sldMk cId="1521914795" sldId="320"/>
            <ac:spMk id="15" creationId="{3E1EA1C2-AFFF-0C96-438A-7E9CC360E479}"/>
          </ac:spMkLst>
        </pc:spChg>
        <pc:picChg chg="add del mod">
          <ac:chgData name="Saket Jonwal" userId="e987aff2cc526e99" providerId="LiveId" clId="{E7F24A9B-30E1-403B-835C-32C2FE2C0384}" dt="2026-04-05T09:51:08.404" v="337" actId="21"/>
          <ac:picMkLst>
            <pc:docMk/>
            <pc:sldMk cId="1521914795" sldId="320"/>
            <ac:picMk id="7" creationId="{06F2BD02-D1AE-0991-C95D-67FFDFAE6D30}"/>
          </ac:picMkLst>
        </pc:picChg>
        <pc:picChg chg="add mod">
          <ac:chgData name="Saket Jonwal" userId="e987aff2cc526e99" providerId="LiveId" clId="{E7F24A9B-30E1-403B-835C-32C2FE2C0384}" dt="2026-04-05T18:13:27.038" v="1207" actId="1076"/>
          <ac:picMkLst>
            <pc:docMk/>
            <pc:sldMk cId="1521914795" sldId="320"/>
            <ac:picMk id="10" creationId="{F449F74E-8959-DA6B-C74C-EFCA33378136}"/>
          </ac:picMkLst>
        </pc:picChg>
      </pc:sldChg>
      <pc:sldChg chg="addSp delSp modSp mod">
        <pc:chgData name="Saket Jonwal" userId="e987aff2cc526e99" providerId="LiveId" clId="{E7F24A9B-30E1-403B-835C-32C2FE2C0384}" dt="2026-04-06T10:36:03.357" v="1225" actId="14100"/>
        <pc:sldMkLst>
          <pc:docMk/>
          <pc:sldMk cId="2667805344" sldId="321"/>
        </pc:sldMkLst>
        <pc:spChg chg="del">
          <ac:chgData name="Saket Jonwal" userId="e987aff2cc526e99" providerId="LiveId" clId="{E7F24A9B-30E1-403B-835C-32C2FE2C0384}" dt="2026-04-05T09:57:10.725" v="369" actId="478"/>
          <ac:spMkLst>
            <pc:docMk/>
            <pc:sldMk cId="2667805344" sldId="321"/>
            <ac:spMk id="2" creationId="{ED7ADFD4-21C2-8068-2F5A-0D44A186ECDF}"/>
          </ac:spMkLst>
        </pc:spChg>
        <pc:spChg chg="mod">
          <ac:chgData name="Saket Jonwal" userId="e987aff2cc526e99" providerId="LiveId" clId="{E7F24A9B-30E1-403B-835C-32C2FE2C0384}" dt="2026-04-06T10:36:03.357" v="1225" actId="14100"/>
          <ac:spMkLst>
            <pc:docMk/>
            <pc:sldMk cId="2667805344" sldId="321"/>
            <ac:spMk id="3" creationId="{41521959-1148-C6C3-58EC-399A2F88DCC5}"/>
          </ac:spMkLst>
        </pc:spChg>
        <pc:spChg chg="mod">
          <ac:chgData name="Saket Jonwal" userId="e987aff2cc526e99" providerId="LiveId" clId="{E7F24A9B-30E1-403B-835C-32C2FE2C0384}" dt="2026-04-05T18:12:36.131" v="1190" actId="403"/>
          <ac:spMkLst>
            <pc:docMk/>
            <pc:sldMk cId="2667805344" sldId="321"/>
            <ac:spMk id="6" creationId="{F9022433-815B-1CF4-141F-841DC2222BE7}"/>
          </ac:spMkLst>
        </pc:spChg>
        <pc:graphicFrameChg chg="add del modGraphic">
          <ac:chgData name="Saket Jonwal" userId="e987aff2cc526e99" providerId="LiveId" clId="{E7F24A9B-30E1-403B-835C-32C2FE2C0384}" dt="2026-04-05T10:13:29.148" v="746" actId="27309"/>
          <ac:graphicFrameMkLst>
            <pc:docMk/>
            <pc:sldMk cId="2667805344" sldId="321"/>
            <ac:graphicFrameMk id="5" creationId="{08B65497-4DE4-AEC8-7255-9518CD2AF195}"/>
          </ac:graphicFrameMkLst>
        </pc:graphicFrameChg>
        <pc:picChg chg="add mod modCrop">
          <ac:chgData name="Saket Jonwal" userId="e987aff2cc526e99" providerId="LiveId" clId="{E7F24A9B-30E1-403B-835C-32C2FE2C0384}" dt="2026-04-06T06:17:05.553" v="1218" actId="1076"/>
          <ac:picMkLst>
            <pc:docMk/>
            <pc:sldMk cId="2667805344" sldId="321"/>
            <ac:picMk id="7" creationId="{06F2BD02-D1AE-0991-C95D-67FFDFAE6D30}"/>
          </ac:picMkLst>
        </pc:picChg>
      </pc:sldChg>
      <pc:sldChg chg="addSp modSp new mod">
        <pc:chgData name="Saket Jonwal" userId="e987aff2cc526e99" providerId="LiveId" clId="{E7F24A9B-30E1-403B-835C-32C2FE2C0384}" dt="2026-04-06T10:36:29.567" v="1229" actId="1076"/>
        <pc:sldMkLst>
          <pc:docMk/>
          <pc:sldMk cId="2910422185" sldId="322"/>
        </pc:sldMkLst>
        <pc:spChg chg="mod">
          <ac:chgData name="Saket Jonwal" userId="e987aff2cc526e99" providerId="LiveId" clId="{E7F24A9B-30E1-403B-835C-32C2FE2C0384}" dt="2026-04-06T10:36:29.567" v="1229" actId="1076"/>
          <ac:spMkLst>
            <pc:docMk/>
            <pc:sldMk cId="2910422185" sldId="322"/>
            <ac:spMk id="2" creationId="{A2F545D1-DF97-BBCB-C23E-4B87016732C7}"/>
          </ac:spMkLst>
        </pc:spChg>
        <pc:spChg chg="mod">
          <ac:chgData name="Saket Jonwal" userId="e987aff2cc526e99" providerId="LiveId" clId="{E7F24A9B-30E1-403B-835C-32C2FE2C0384}" dt="2026-04-06T10:36:24.585" v="1228" actId="1076"/>
          <ac:spMkLst>
            <pc:docMk/>
            <pc:sldMk cId="2910422185" sldId="322"/>
            <ac:spMk id="3" creationId="{985E582C-1887-5FAF-8B86-AE5774EC945B}"/>
          </ac:spMkLst>
        </pc:spChg>
        <pc:spChg chg="mod">
          <ac:chgData name="Saket Jonwal" userId="e987aff2cc526e99" providerId="LiveId" clId="{E7F24A9B-30E1-403B-835C-32C2FE2C0384}" dt="2026-04-06T10:36:19.339" v="1226" actId="2711"/>
          <ac:spMkLst>
            <pc:docMk/>
            <pc:sldMk cId="2910422185" sldId="322"/>
            <ac:spMk id="6" creationId="{F80F7ACC-9260-E604-F175-14F909881947}"/>
          </ac:spMkLst>
        </pc:spChg>
        <pc:picChg chg="add mod">
          <ac:chgData name="Saket Jonwal" userId="e987aff2cc526e99" providerId="LiveId" clId="{E7F24A9B-30E1-403B-835C-32C2FE2C0384}" dt="2026-04-05T10:19:01.693" v="752" actId="1076"/>
          <ac:picMkLst>
            <pc:docMk/>
            <pc:sldMk cId="2910422185" sldId="322"/>
            <ac:picMk id="5" creationId="{7EFD219B-C171-817A-922F-EF01FD489A74}"/>
          </ac:picMkLst>
        </pc:picChg>
      </pc:sldChg>
      <pc:sldChg chg="addSp delSp modSp new mod">
        <pc:chgData name="Saket Jonwal" userId="e987aff2cc526e99" providerId="LiveId" clId="{E7F24A9B-30E1-403B-835C-32C2FE2C0384}" dt="2026-04-06T10:36:44.870" v="1232" actId="14100"/>
        <pc:sldMkLst>
          <pc:docMk/>
          <pc:sldMk cId="3088850464" sldId="323"/>
        </pc:sldMkLst>
        <pc:spChg chg="add del">
          <ac:chgData name="Saket Jonwal" userId="e987aff2cc526e99" providerId="LiveId" clId="{E7F24A9B-30E1-403B-835C-32C2FE2C0384}" dt="2026-04-05T10:19:43.473" v="757" actId="478"/>
          <ac:spMkLst>
            <pc:docMk/>
            <pc:sldMk cId="3088850464" sldId="323"/>
            <ac:spMk id="2" creationId="{80A15E2C-0571-F773-9057-565356614486}"/>
          </ac:spMkLst>
        </pc:spChg>
        <pc:spChg chg="mod">
          <ac:chgData name="Saket Jonwal" userId="e987aff2cc526e99" providerId="LiveId" clId="{E7F24A9B-30E1-403B-835C-32C2FE2C0384}" dt="2026-04-06T10:36:44.870" v="1232" actId="14100"/>
          <ac:spMkLst>
            <pc:docMk/>
            <pc:sldMk cId="3088850464" sldId="323"/>
            <ac:spMk id="3" creationId="{EBB6A273-215D-12FC-6916-C6C42E76FC24}"/>
          </ac:spMkLst>
        </pc:spChg>
        <pc:picChg chg="add mod">
          <ac:chgData name="Saket Jonwal" userId="e987aff2cc526e99" providerId="LiveId" clId="{E7F24A9B-30E1-403B-835C-32C2FE2C0384}" dt="2026-04-05T10:21:48.520" v="808" actId="1076"/>
          <ac:picMkLst>
            <pc:docMk/>
            <pc:sldMk cId="3088850464" sldId="323"/>
            <ac:picMk id="5" creationId="{060675FC-A246-6ED9-7860-4E14A7C8B452}"/>
          </ac:picMkLst>
        </pc:picChg>
      </pc:sldChg>
      <pc:sldChg chg="addSp delSp modSp new mod">
        <pc:chgData name="Saket Jonwal" userId="e987aff2cc526e99" providerId="LiveId" clId="{E7F24A9B-30E1-403B-835C-32C2FE2C0384}" dt="2026-04-05T10:27:06.310" v="835" actId="1076"/>
        <pc:sldMkLst>
          <pc:docMk/>
          <pc:sldMk cId="2411610628" sldId="324"/>
        </pc:sldMkLst>
        <pc:spChg chg="del">
          <ac:chgData name="Saket Jonwal" userId="e987aff2cc526e99" providerId="LiveId" clId="{E7F24A9B-30E1-403B-835C-32C2FE2C0384}" dt="2026-04-05T10:25:12.096" v="827" actId="478"/>
          <ac:spMkLst>
            <pc:docMk/>
            <pc:sldMk cId="2411610628" sldId="324"/>
            <ac:spMk id="2" creationId="{DE5AF64C-A75D-34D4-5280-483B8A86EC2F}"/>
          </ac:spMkLst>
        </pc:spChg>
        <pc:spChg chg="del mod">
          <ac:chgData name="Saket Jonwal" userId="e987aff2cc526e99" providerId="LiveId" clId="{E7F24A9B-30E1-403B-835C-32C2FE2C0384}" dt="2026-04-05T10:26:41.767" v="831" actId="478"/>
          <ac:spMkLst>
            <pc:docMk/>
            <pc:sldMk cId="2411610628" sldId="324"/>
            <ac:spMk id="3" creationId="{43A174CD-9EE4-9623-9E35-049117EA1C2D}"/>
          </ac:spMkLst>
        </pc:spChg>
        <pc:picChg chg="add mod">
          <ac:chgData name="Saket Jonwal" userId="e987aff2cc526e99" providerId="LiveId" clId="{E7F24A9B-30E1-403B-835C-32C2FE2C0384}" dt="2026-04-05T10:25:43.234" v="830" actId="1076"/>
          <ac:picMkLst>
            <pc:docMk/>
            <pc:sldMk cId="2411610628" sldId="324"/>
            <ac:picMk id="6" creationId="{A0DA9E5B-7FD9-F62C-BB67-821793DB159E}"/>
          </ac:picMkLst>
        </pc:picChg>
        <pc:picChg chg="add mod">
          <ac:chgData name="Saket Jonwal" userId="e987aff2cc526e99" providerId="LiveId" clId="{E7F24A9B-30E1-403B-835C-32C2FE2C0384}" dt="2026-04-05T10:27:06.310" v="835" actId="1076"/>
          <ac:picMkLst>
            <pc:docMk/>
            <pc:sldMk cId="2411610628" sldId="324"/>
            <ac:picMk id="8" creationId="{CFC7DA11-37CC-903F-30D9-9B5994D531DC}"/>
          </ac:picMkLst>
        </pc:picChg>
      </pc:sldChg>
      <pc:sldChg chg="modSp new mod">
        <pc:chgData name="Saket Jonwal" userId="e987aff2cc526e99" providerId="LiveId" clId="{E7F24A9B-30E1-403B-835C-32C2FE2C0384}" dt="2026-04-06T10:36:53.961" v="1233" actId="2711"/>
        <pc:sldMkLst>
          <pc:docMk/>
          <pc:sldMk cId="1533005837" sldId="325"/>
        </pc:sldMkLst>
        <pc:spChg chg="mod">
          <ac:chgData name="Saket Jonwal" userId="e987aff2cc526e99" providerId="LiveId" clId="{E7F24A9B-30E1-403B-835C-32C2FE2C0384}" dt="2026-04-06T10:36:53.961" v="1233" actId="2711"/>
          <ac:spMkLst>
            <pc:docMk/>
            <pc:sldMk cId="1533005837" sldId="325"/>
            <ac:spMk id="2" creationId="{3DD2587F-B4C6-801A-6160-A6F5CE68DA7E}"/>
          </ac:spMkLst>
        </pc:spChg>
        <pc:spChg chg="mod">
          <ac:chgData name="Saket Jonwal" userId="e987aff2cc526e99" providerId="LiveId" clId="{E7F24A9B-30E1-403B-835C-32C2FE2C0384}" dt="2026-04-06T10:36:53.961" v="1233" actId="2711"/>
          <ac:spMkLst>
            <pc:docMk/>
            <pc:sldMk cId="1533005837" sldId="325"/>
            <ac:spMk id="3" creationId="{1AD8C558-087E-4401-2E0A-1703A663063A}"/>
          </ac:spMkLst>
        </pc:spChg>
        <pc:spChg chg="mod">
          <ac:chgData name="Saket Jonwal" userId="e987aff2cc526e99" providerId="LiveId" clId="{E7F24A9B-30E1-403B-835C-32C2FE2C0384}" dt="2026-04-06T10:36:53.961" v="1233" actId="2711"/>
          <ac:spMkLst>
            <pc:docMk/>
            <pc:sldMk cId="1533005837" sldId="325"/>
            <ac:spMk id="4" creationId="{58A3B7F8-9425-A413-C7AD-BE39991E4004}"/>
          </ac:spMkLst>
        </pc:spChg>
      </pc:sldChg>
      <pc:sldChg chg="addSp delSp modSp new mod">
        <pc:chgData name="Saket Jonwal" userId="e987aff2cc526e99" providerId="LiveId" clId="{E7F24A9B-30E1-403B-835C-32C2FE2C0384}" dt="2026-04-06T10:37:08.323" v="1235" actId="404"/>
        <pc:sldMkLst>
          <pc:docMk/>
          <pc:sldMk cId="1693436941" sldId="326"/>
        </pc:sldMkLst>
        <pc:spChg chg="del">
          <ac:chgData name="Saket Jonwal" userId="e987aff2cc526e99" providerId="LiveId" clId="{E7F24A9B-30E1-403B-835C-32C2FE2C0384}" dt="2026-04-05T10:36:52.733" v="969" actId="478"/>
          <ac:spMkLst>
            <pc:docMk/>
            <pc:sldMk cId="1693436941" sldId="326"/>
            <ac:spMk id="2" creationId="{6168860E-BE83-BBF2-50AD-86FF4083FC15}"/>
          </ac:spMkLst>
        </pc:spChg>
        <pc:spChg chg="mod">
          <ac:chgData name="Saket Jonwal" userId="e987aff2cc526e99" providerId="LiveId" clId="{E7F24A9B-30E1-403B-835C-32C2FE2C0384}" dt="2026-04-06T10:37:08.323" v="1235" actId="404"/>
          <ac:spMkLst>
            <pc:docMk/>
            <pc:sldMk cId="1693436941" sldId="326"/>
            <ac:spMk id="3" creationId="{7DA3C263-DB62-2878-3589-1B0C3774CF28}"/>
          </ac:spMkLst>
        </pc:spChg>
        <pc:spChg chg="mod">
          <ac:chgData name="Saket Jonwal" userId="e987aff2cc526e99" providerId="LiveId" clId="{E7F24A9B-30E1-403B-835C-32C2FE2C0384}" dt="2026-04-06T10:37:08.323" v="1235" actId="404"/>
          <ac:spMkLst>
            <pc:docMk/>
            <pc:sldMk cId="1693436941" sldId="326"/>
            <ac:spMk id="4" creationId="{9D16BF2A-B5E9-4C94-B274-714AB9B582B2}"/>
          </ac:spMkLst>
        </pc:spChg>
        <pc:picChg chg="add mod">
          <ac:chgData name="Saket Jonwal" userId="e987aff2cc526e99" providerId="LiveId" clId="{E7F24A9B-30E1-403B-835C-32C2FE2C0384}" dt="2026-04-05T18:08:59.810" v="1137" actId="14100"/>
          <ac:picMkLst>
            <pc:docMk/>
            <pc:sldMk cId="1693436941" sldId="326"/>
            <ac:picMk id="6" creationId="{2CEB773F-02C6-2975-4E5C-270E92A2D58E}"/>
          </ac:picMkLst>
        </pc:picChg>
      </pc:sldChg>
      <pc:sldChg chg="modSp new mod">
        <pc:chgData name="Saket Jonwal" userId="e987aff2cc526e99" providerId="LiveId" clId="{E7F24A9B-30E1-403B-835C-32C2FE2C0384}" dt="2026-04-06T10:37:18.717" v="1239" actId="27636"/>
        <pc:sldMkLst>
          <pc:docMk/>
          <pc:sldMk cId="2652535307" sldId="327"/>
        </pc:sldMkLst>
        <pc:spChg chg="mod">
          <ac:chgData name="Saket Jonwal" userId="e987aff2cc526e99" providerId="LiveId" clId="{E7F24A9B-30E1-403B-835C-32C2FE2C0384}" dt="2026-04-06T10:37:18.699" v="1238" actId="404"/>
          <ac:spMkLst>
            <pc:docMk/>
            <pc:sldMk cId="2652535307" sldId="327"/>
            <ac:spMk id="2" creationId="{815948EF-47CE-13AE-4E9A-5C5973FDEE43}"/>
          </ac:spMkLst>
        </pc:spChg>
        <pc:spChg chg="mod">
          <ac:chgData name="Saket Jonwal" userId="e987aff2cc526e99" providerId="LiveId" clId="{E7F24A9B-30E1-403B-835C-32C2FE2C0384}" dt="2026-04-06T10:37:18.717" v="1239" actId="27636"/>
          <ac:spMkLst>
            <pc:docMk/>
            <pc:sldMk cId="2652535307" sldId="327"/>
            <ac:spMk id="3" creationId="{0DE5D28E-3E6F-3D85-3077-878F4EB704C8}"/>
          </ac:spMkLst>
        </pc:spChg>
        <pc:spChg chg="mod">
          <ac:chgData name="Saket Jonwal" userId="e987aff2cc526e99" providerId="LiveId" clId="{E7F24A9B-30E1-403B-835C-32C2FE2C0384}" dt="2026-04-06T10:37:18.699" v="1238" actId="404"/>
          <ac:spMkLst>
            <pc:docMk/>
            <pc:sldMk cId="2652535307" sldId="327"/>
            <ac:spMk id="4" creationId="{6A626D03-14AA-44AB-8854-466373324322}"/>
          </ac:spMkLst>
        </pc:spChg>
      </pc:sldChg>
      <pc:sldChg chg="new del">
        <pc:chgData name="Saket Jonwal" userId="e987aff2cc526e99" providerId="LiveId" clId="{E7F24A9B-30E1-403B-835C-32C2FE2C0384}" dt="2026-04-05T16:36:50.099" v="1089" actId="47"/>
        <pc:sldMkLst>
          <pc:docMk/>
          <pc:sldMk cId="714623119" sldId="328"/>
        </pc:sldMkLst>
      </pc:sldChg>
      <pc:sldChg chg="addSp delSp modSp new mod">
        <pc:chgData name="Saket Jonwal" userId="e987aff2cc526e99" providerId="LiveId" clId="{E7F24A9B-30E1-403B-835C-32C2FE2C0384}" dt="2026-04-05T10:51:16.872" v="1056" actId="2711"/>
        <pc:sldMkLst>
          <pc:docMk/>
          <pc:sldMk cId="2130352681" sldId="329"/>
        </pc:sldMkLst>
        <pc:spChg chg="add del mod">
          <ac:chgData name="Saket Jonwal" userId="e987aff2cc526e99" providerId="LiveId" clId="{E7F24A9B-30E1-403B-835C-32C2FE2C0384}" dt="2026-04-05T10:51:16.872" v="1056" actId="2711"/>
          <ac:spMkLst>
            <pc:docMk/>
            <pc:sldMk cId="2130352681" sldId="329"/>
            <ac:spMk id="2" creationId="{BA3CD6A7-CDCE-F021-0254-4419AE998CD9}"/>
          </ac:spMkLst>
        </pc:spChg>
        <pc:spChg chg="del">
          <ac:chgData name="Saket Jonwal" userId="e987aff2cc526e99" providerId="LiveId" clId="{E7F24A9B-30E1-403B-835C-32C2FE2C0384}" dt="2026-04-05T10:50:01.548" v="1044" actId="478"/>
          <ac:spMkLst>
            <pc:docMk/>
            <pc:sldMk cId="2130352681" sldId="329"/>
            <ac:spMk id="3" creationId="{2AA923CC-CA28-6ED7-F455-C861D035D4CD}"/>
          </ac:spMkLst>
        </pc:spChg>
      </pc:sldChg>
      <pc:sldChg chg="delSp modSp new mod">
        <pc:chgData name="Saket Jonwal" userId="e987aff2cc526e99" providerId="LiveId" clId="{E7F24A9B-30E1-403B-835C-32C2FE2C0384}" dt="2026-04-06T10:37:27.150" v="1241" actId="404"/>
        <pc:sldMkLst>
          <pc:docMk/>
          <pc:sldMk cId="2348062720" sldId="330"/>
        </pc:sldMkLst>
        <pc:spChg chg="del">
          <ac:chgData name="Saket Jonwal" userId="e987aff2cc526e99" providerId="LiveId" clId="{E7F24A9B-30E1-403B-835C-32C2FE2C0384}" dt="2026-04-05T18:01:46.956" v="1098" actId="478"/>
          <ac:spMkLst>
            <pc:docMk/>
            <pc:sldMk cId="2348062720" sldId="330"/>
            <ac:spMk id="2" creationId="{32E767CF-4211-9887-FC2B-1EA3711A935E}"/>
          </ac:spMkLst>
        </pc:spChg>
        <pc:spChg chg="mod">
          <ac:chgData name="Saket Jonwal" userId="e987aff2cc526e99" providerId="LiveId" clId="{E7F24A9B-30E1-403B-835C-32C2FE2C0384}" dt="2026-04-06T10:37:27.150" v="1241" actId="404"/>
          <ac:spMkLst>
            <pc:docMk/>
            <pc:sldMk cId="2348062720" sldId="330"/>
            <ac:spMk id="3" creationId="{2680BDE1-EDEA-FC8B-5647-109AF84E28C2}"/>
          </ac:spMkLst>
        </pc:spChg>
        <pc:spChg chg="mod">
          <ac:chgData name="Saket Jonwal" userId="e987aff2cc526e99" providerId="LiveId" clId="{E7F24A9B-30E1-403B-835C-32C2FE2C0384}" dt="2026-04-06T10:37:27.150" v="1241" actId="404"/>
          <ac:spMkLst>
            <pc:docMk/>
            <pc:sldMk cId="2348062720" sldId="330"/>
            <ac:spMk id="4" creationId="{D2D31335-E985-BCDB-2591-856FA3A9F58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59949-75D9-48BF-B161-09FB1F75694B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7C68-CDBE-48BA-86B3-1A6C70F5CD27}" type="datetime1">
              <a:rPr lang="en-US" smtClean="0"/>
              <a:t>4/6/2026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EF2B-427C-4381-B14D-2DAA986D25B2}" type="datetime1">
              <a:rPr lang="en-US" smtClean="0"/>
              <a:t>4/6/2026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521C-946A-4F16-97DE-20AE1E6A4001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2E4A-1F22-4341-8A7D-0707167F3ABE}" type="datetime1">
              <a:rPr lang="en-US" smtClean="0"/>
              <a:t>4/6/2026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948A53-9C93-4990-86CA-A609EDACC9F1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7060-E9DF-427D-810A-2310E502EB5E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F24A5-1CA5-46D6-BE28-D4A975A6A1F4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678D93DA-12DD-4ADD-94B0-B8CB7D662FEF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iche.confex.com/aiche/2016/webprogram/Paper471687.html" TargetMode="External"/><Relationship Id="rId2" Type="http://schemas.openxmlformats.org/officeDocument/2006/relationships/hyperlink" Target="https://doi.org/10.1007/s12247-017-9297-6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5471F8-55B2-3E4C-9B73-C3DB1A893BE2}"/>
              </a:ext>
            </a:extLst>
          </p:cNvPr>
          <p:cNvSpPr txBox="1"/>
          <p:nvPr/>
        </p:nvSpPr>
        <p:spPr>
          <a:xfrm>
            <a:off x="1534668" y="2057906"/>
            <a:ext cx="10232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LNP Manufacturing and Process     </a:t>
            </a:r>
          </a:p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Simulation</a:t>
            </a:r>
            <a:endParaRPr lang="en-IN" sz="5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EED14-BB8F-2B6E-573E-BB01F0454DD1}"/>
              </a:ext>
            </a:extLst>
          </p:cNvPr>
          <p:cNvSpPr txBox="1"/>
          <p:nvPr/>
        </p:nvSpPr>
        <p:spPr>
          <a:xfrm>
            <a:off x="5128260" y="1873240"/>
            <a:ext cx="596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 299 presentation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E313D-7B1D-B6B4-4094-4008CCCEEF2A}"/>
              </a:ext>
            </a:extLst>
          </p:cNvPr>
          <p:cNvSpPr txBox="1"/>
          <p:nvPr/>
        </p:nvSpPr>
        <p:spPr>
          <a:xfrm>
            <a:off x="7915656" y="4322064"/>
            <a:ext cx="4526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Prof. Kaustubh S. Rane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Chemical Engineering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38E97-A9BD-C4C8-D872-0F9A95D67111}"/>
              </a:ext>
            </a:extLst>
          </p:cNvPr>
          <p:cNvSpPr txBox="1"/>
          <p:nvPr/>
        </p:nvSpPr>
        <p:spPr>
          <a:xfrm>
            <a:off x="911352" y="4322064"/>
            <a:ext cx="3849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Rhythem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Soni 24110296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Aman Bola 24110032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Saket Jonwal 24110311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364D75EF-2CC9-7EEB-1DBE-EA0605B2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757" y="415335"/>
            <a:ext cx="1388102" cy="138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F0C140A-20AD-69BF-589F-D2CDF172898F}"/>
              </a:ext>
            </a:extLst>
          </p:cNvPr>
          <p:cNvSpPr txBox="1">
            <a:spLocks/>
          </p:cNvSpPr>
          <p:nvPr/>
        </p:nvSpPr>
        <p:spPr>
          <a:xfrm>
            <a:off x="10817711" y="64420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10ADEA-DB15-2187-B3AB-8F53BD76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0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D6A7-CDCE-F021-0254-4419AE99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3896" y="2515533"/>
            <a:ext cx="1493520" cy="1142385"/>
          </a:xfrm>
        </p:spPr>
        <p:txBody>
          <a:bodyPr/>
          <a:lstStyle/>
          <a:p>
            <a:r>
              <a:rPr lang="en-IN" sz="480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PAT</a:t>
            </a:r>
            <a:endParaRPr lang="en-IN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41F27-F34C-C347-2008-E7FC3739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52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72CE-4F16-BB75-EAF2-FDA45D75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503853"/>
            <a:ext cx="9601200" cy="114238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 b="1" kern="1200">
                <a:latin typeface="Times New Roman" panose="02020603050405020304" pitchFamily="18" charset="0"/>
                <a:cs typeface="Times New Roman" panose="02020603050405020304" pitchFamily="18" charset="0"/>
              </a:rPr>
              <a:t>TYPES OF CONTROLLER USED IN P&amp;ID</a:t>
            </a:r>
            <a:br>
              <a:rPr lang="en-US" sz="3600" b="1" kern="1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kern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91E444-E836-6CD8-D70D-C7551EDA1A1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65200" y="2204720"/>
                <a:ext cx="5638800" cy="3911599"/>
              </a:xfrm>
            </p:spPr>
            <p:txBody>
              <a:bodyPr vert="horz" lIns="91440" tIns="45720" rIns="91440" bIns="45720" rtlCol="0">
                <a:normAutofit fontScale="92500"/>
              </a:bodyPr>
              <a:lstStyle/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specialized control strategy used to maintain a fixed ratio between two or more process streams.</a:t>
                </a:r>
              </a:p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 a </a:t>
                </a:r>
                <a:r>
                  <a:rPr 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Master Stream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Divide the flow according to Master stream.</a:t>
                </a:r>
              </a:p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controller calculates the setpoint for the follower stream.</a:t>
                </a:r>
                <a:b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𝑓𝑜𝑙𝑙𝑜𝑤𝑒𝑟</m:t>
                        </m:r>
                      </m:sub>
                    </m:sSub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𝑅𝑎𝑡𝑖𝑜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𝑀𝑎𝑠𝑡𝑒𝑟</m:t>
                        </m:r>
                      </m:sub>
                    </m:sSub>
                  </m:oMath>
                </a14:m>
                <a:endParaRPr 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Useful 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Wrong ratio is major risk.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91E444-E836-6CD8-D70D-C7551EDA1A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65200" y="2204720"/>
                <a:ext cx="5638800" cy="3911599"/>
              </a:xfrm>
              <a:blipFill>
                <a:blip r:embed="rId2"/>
                <a:stretch>
                  <a:fillRect l="-1189" t="-1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4AAEF35-AE8E-B761-5883-92BE2372AB0F}"/>
              </a:ext>
            </a:extLst>
          </p:cNvPr>
          <p:cNvSpPr txBox="1"/>
          <p:nvPr/>
        </p:nvSpPr>
        <p:spPr>
          <a:xfrm>
            <a:off x="1080516" y="1442769"/>
            <a:ext cx="4572000" cy="641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00000"/>
            </a:pPr>
            <a:r>
              <a:rPr lang="en-US" sz="2400" b="0" kern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 CONTROLLER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49F74E-8959-DA6B-C74C-EFCA33378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810" y="2324215"/>
            <a:ext cx="4442550" cy="3287487"/>
          </a:xfrm>
          <a:prstGeom prst="rect">
            <a:avLst/>
          </a:prstGeom>
          <a:noFill/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0704B9-CC41-FD64-67C6-07A19485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914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21959-1148-C6C3-58EC-399A2F88D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63751"/>
            <a:ext cx="5562600" cy="5023104"/>
          </a:xfrm>
        </p:spPr>
        <p:txBody>
          <a:bodyPr/>
          <a:lstStyle/>
          <a:p>
            <a:pPr marL="0" indent="0">
              <a:buNone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HOW WE USE  RATIO CONTROLLER ?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S1 as master stream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Measure.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Measured stream to be adjusted.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Send signals to other controllers.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Then divide the flow.</a:t>
            </a:r>
            <a:b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S2 = 0.2 * S1</a:t>
            </a:r>
            <a:b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S3 = 0.77 * S1</a:t>
            </a:r>
            <a:b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S4 =  0.03 * S1</a:t>
            </a:r>
          </a:p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F2BD02-D1AE-0991-C95D-67FFDFAE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23" t="3171" r="923" b="31452"/>
          <a:stretch>
            <a:fillRect/>
          </a:stretch>
        </p:blipFill>
        <p:spPr>
          <a:xfrm>
            <a:off x="659454" y="917447"/>
            <a:ext cx="4870596" cy="455371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22433-815B-1CF4-141F-841DC222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z="1200" smtClean="0"/>
              <a:t>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67805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45D1-DF97-BBCB-C23E-4B870167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736" y="644392"/>
            <a:ext cx="4364736" cy="676974"/>
          </a:xfrm>
        </p:spPr>
        <p:txBody>
          <a:bodyPr>
            <a:normAutofit/>
          </a:bodyPr>
          <a:lstStyle/>
          <a:p>
            <a:r>
              <a:rPr lang="en-IN" sz="3600" b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lang="en-IN" sz="3600" b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E582C-1887-5FAF-8B86-AE5774EC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36" y="1586382"/>
            <a:ext cx="10034016" cy="1956817"/>
          </a:xfrm>
        </p:spPr>
        <p:txBody>
          <a:bodyPr>
            <a:normAutofit fontScale="92500" lnSpcReduction="10000"/>
          </a:bodyPr>
          <a:lstStyle/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Closed-loop control strategy.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output of a process is continuously measured by a sensor, compared to a desired setpoint.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error is used to automatically adjust the manipulated variable to bring the process back to the setpoint.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D219B-C171-817A-922F-EF01FD489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554" y="3543199"/>
            <a:ext cx="6744284" cy="233192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F7ACC-9260-E604-F175-14F90988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422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A273-215D-12FC-6916-C6C42E76F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9736" y="1437078"/>
            <a:ext cx="5215128" cy="3983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HOW WE USE FEEDBACK CONTROLLER?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 transmitter continuously measures solution Ph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Controller compares measured pH to setpoint and generates an error signal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Error drives acid or base valve to bring pH back to setpoint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675FC-A246-6ED9-7860-4E14A7C8B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32" y="905797"/>
            <a:ext cx="5448860" cy="43369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BEE9D-86A7-EF43-7B98-76E393C4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50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92031-1C28-4B9A-130C-C8FB2464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A9E5B-7FD9-F62C-BB67-821793DB1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528" y="1340734"/>
            <a:ext cx="3871295" cy="44504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C7DA11-37CC-903F-30D9-9B5994D53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514" y="1907119"/>
            <a:ext cx="4532557" cy="304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10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587F-B4C6-801A-6160-A6F5CE68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111" y="664305"/>
            <a:ext cx="6467856" cy="768414"/>
          </a:xfrm>
        </p:spPr>
        <p:txBody>
          <a:bodyPr>
            <a:normAutofit/>
          </a:bodyPr>
          <a:lstStyle/>
          <a:p>
            <a:r>
              <a:rPr lang="en-IN" sz="3600" b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On/Off ( bang-bang)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8C558-087E-4401-2E0A-1703A6630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111" y="1999489"/>
            <a:ext cx="9601200" cy="3809999"/>
          </a:xfrm>
        </p:spPr>
        <p:txBody>
          <a:bodyPr>
            <a:normAutofit/>
          </a:bodyPr>
          <a:lstStyle/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Close loop control strategy.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output has only two possible states:  Fully ON or Fully OFF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switching action is triggered when the measured variable crosses a preset threshold.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as part of a Safety Instrumented System (SIS).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3B7F8-9425-A413-C7AD-BE39991E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005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3C263-DB62-2878-3589-1B0C3774C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9008" y="1389889"/>
            <a:ext cx="4754880" cy="4401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HOW WE USE On/Off CONTROLLER?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FSL-101 or FSL-102 drops below trip setpoint.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ESD activates.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full process shutdown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6BF2A-B5E9-4C94-B274-714AB9B5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0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EB773F-02C6-2975-4E5C-270E92A2D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76" y="1168401"/>
            <a:ext cx="3723932" cy="425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436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48EF-47CE-13AE-4E9A-5C5973FD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104" y="493776"/>
            <a:ext cx="4200144" cy="823278"/>
          </a:xfrm>
        </p:spPr>
        <p:txBody>
          <a:bodyPr>
            <a:normAutofit/>
          </a:bodyPr>
          <a:lstStyle/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5D28E-3E6F-3D85-3077-878F4EB70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104" y="1524000"/>
            <a:ext cx="9601200" cy="4483608"/>
          </a:xfrm>
        </p:spPr>
        <p:txBody>
          <a:bodyPr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US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Dragffy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“The design of a highly reliable safety critical emergency shutdown (ESD) system,” 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Engineering &amp; System Safety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1998.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N. K.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Drunasky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and B. J. Hackel, "PID controls: the forgotten bioprocess parameters," </a:t>
            </a:r>
            <a:r>
              <a:rPr lang="en-IN" sz="18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Discov</a:t>
            </a:r>
            <a:r>
              <a:rPr lang="en-I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. Chem. Eng.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vol. 2, no. 1, p. 1, Jan. 2022,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10.1007/s43938-022-00008-z.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C. B. Roces et al., "Manufacturing considerations for the development of lipid nanoparticles using microfluidics," </a:t>
            </a:r>
            <a:r>
              <a:rPr lang="en-I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Pharmaceutics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11, Nov. 2020, Art. no. 1095,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10.3390/pharmaceutics12111095.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P. Woolf et al., "11.4: Ratio control- What is it? When useful? When not? Common usage," in 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Chemical Process Dynamics and Controls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Davis, CA, USA: </a:t>
            </a:r>
            <a:r>
              <a:rPr lang="en-US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LibreTexts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Jul. 2022. [Online]. 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S. Singh, R.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Ierapetritou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and F. J. Muzzio, “Closed-loop feedback control of a continuous pharmaceutical tablet manufacturing process via wet granulation,” </a:t>
            </a:r>
            <a:r>
              <a:rPr lang="en-I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Journal of Pharmaceutical Innovation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2, pp. 137–152, 2014,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10.1007/s12247-014-9170-9.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26D03-14AA-44AB-8854-46637332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0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535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0BDE1-EDEA-FC8B-5647-109AF84E2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502921"/>
            <a:ext cx="10027920" cy="5288280"/>
          </a:xfrm>
        </p:spPr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Su, Q., Moreno, M., Giridhar, A. 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 A Systematic Framework for Process Control Design and Risk Analysis in Continuous Pharmaceutical Solid-Dosage Manufacturing. 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J Pharm </a:t>
            </a:r>
            <a:r>
              <a:rPr lang="en-IN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327–346 (2017).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https://doi.org/10.1007/s12247-017-9297-6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https://aiche.confex.com/aiche/2016/webprogram/Paper471687.html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31335-E985-BCDB-2591-856FA3A9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0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062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D30820-4AB0-05C2-DA01-0277258B809D}"/>
              </a:ext>
            </a:extLst>
          </p:cNvPr>
          <p:cNvSpPr txBox="1"/>
          <p:nvPr/>
        </p:nvSpPr>
        <p:spPr>
          <a:xfrm>
            <a:off x="3419856" y="2413337"/>
            <a:ext cx="6373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C854C-C7D5-8BB0-D131-A1EB99DE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68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Diamond Grid 16x9</vt:lpstr>
      <vt:lpstr>PowerPoint Presentation</vt:lpstr>
      <vt:lpstr>PAT</vt:lpstr>
      <vt:lpstr>TYPES OF CONTROLLER USED IN P&amp;ID </vt:lpstr>
      <vt:lpstr>PowerPoint Presentation</vt:lpstr>
      <vt:lpstr>Feedback Controller</vt:lpstr>
      <vt:lpstr>PowerPoint Presentation</vt:lpstr>
      <vt:lpstr>PowerPoint Presentation</vt:lpstr>
      <vt:lpstr>On/Off ( bang-bang) Controller</vt:lpstr>
      <vt:lpstr>PowerPoint Presentation</vt:lpstr>
      <vt:lpstr>Resources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Saket Jonwal</dc:creator>
  <cp:revision>1</cp:revision>
  <cp:lastPrinted>2026-04-05T16:16:33Z</cp:lastPrinted>
  <dcterms:created xsi:type="dcterms:W3CDTF">2026-04-04T16:31:11Z</dcterms:created>
  <dcterms:modified xsi:type="dcterms:W3CDTF">2026-04-06T10:38:14Z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