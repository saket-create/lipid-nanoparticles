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handoutMasterIdLst>
    <p:handoutMasterId r:id="rId35"/>
  </p:handoutMasterIdLst>
  <p:sldIdLst>
    <p:sldId id="262" r:id="rId2"/>
    <p:sldId id="285" r:id="rId3"/>
    <p:sldId id="286" r:id="rId4"/>
    <p:sldId id="288" r:id="rId5"/>
    <p:sldId id="291" r:id="rId6"/>
    <p:sldId id="292" r:id="rId7"/>
    <p:sldId id="293" r:id="rId8"/>
    <p:sldId id="303" r:id="rId9"/>
    <p:sldId id="309" r:id="rId10"/>
    <p:sldId id="311" r:id="rId11"/>
    <p:sldId id="304" r:id="rId12"/>
    <p:sldId id="314" r:id="rId13"/>
    <p:sldId id="296" r:id="rId14"/>
    <p:sldId id="298" r:id="rId15"/>
    <p:sldId id="299" r:id="rId16"/>
    <p:sldId id="300" r:id="rId17"/>
    <p:sldId id="317" r:id="rId18"/>
    <p:sldId id="301" r:id="rId19"/>
    <p:sldId id="307" r:id="rId20"/>
    <p:sldId id="308" r:id="rId21"/>
    <p:sldId id="269" r:id="rId22"/>
    <p:sldId id="287" r:id="rId23"/>
    <p:sldId id="289" r:id="rId24"/>
    <p:sldId id="294" r:id="rId25"/>
    <p:sldId id="297" r:id="rId26"/>
    <p:sldId id="305" r:id="rId27"/>
    <p:sldId id="315" r:id="rId28"/>
    <p:sldId id="306" r:id="rId29"/>
    <p:sldId id="316" r:id="rId30"/>
    <p:sldId id="310" r:id="rId31"/>
    <p:sldId id="318" r:id="rId32"/>
    <p:sldId id="26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815261-ABC7-40E1-9522-D74A18CA3308}" v="860" dt="2026-02-14T20:34:50.309"/>
  </p1510:revLst>
</p1510:revInfo>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96"/>
      </p:cViewPr>
      <p:guideLst>
        <p:guide pos="384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3CAAC792-314E-4203-CBDB-E889B48E6E50}"/>
    <pc:docChg chg="addSld modSld">
      <pc:chgData name="Guest User" userId="" providerId="Windows Live" clId="Web-{3CAAC792-314E-4203-CBDB-E889B48E6E50}" dt="2026-02-01T09:59:10.908" v="161" actId="1076"/>
      <pc:docMkLst>
        <pc:docMk/>
      </pc:docMkLst>
      <pc:sldChg chg="modSp">
        <pc:chgData name="Guest User" userId="" providerId="Windows Live" clId="Web-{3CAAC792-314E-4203-CBDB-E889B48E6E50}" dt="2026-02-01T09:16:40.089" v="2" actId="20577"/>
        <pc:sldMkLst>
          <pc:docMk/>
          <pc:sldMk cId="1388114605" sldId="285"/>
        </pc:sldMkLst>
        <pc:spChg chg="mod">
          <ac:chgData name="Guest User" userId="" providerId="Windows Live" clId="Web-{3CAAC792-314E-4203-CBDB-E889B48E6E50}" dt="2026-02-01T09:16:40.089" v="2" actId="20577"/>
          <ac:spMkLst>
            <pc:docMk/>
            <pc:sldMk cId="1388114605" sldId="285"/>
            <ac:spMk id="3" creationId="{A100CDBF-0843-E8EF-0EE5-FBD445137167}"/>
          </ac:spMkLst>
        </pc:spChg>
      </pc:sldChg>
      <pc:sldChg chg="modSp">
        <pc:chgData name="Guest User" userId="" providerId="Windows Live" clId="Web-{3CAAC792-314E-4203-CBDB-E889B48E6E50}" dt="2026-02-01T09:39:11.013" v="117" actId="20577"/>
        <pc:sldMkLst>
          <pc:docMk/>
          <pc:sldMk cId="341981970" sldId="286"/>
        </pc:sldMkLst>
        <pc:spChg chg="mod">
          <ac:chgData name="Guest User" userId="" providerId="Windows Live" clId="Web-{3CAAC792-314E-4203-CBDB-E889B48E6E50}" dt="2026-02-01T09:39:11.013" v="117" actId="20577"/>
          <ac:spMkLst>
            <pc:docMk/>
            <pc:sldMk cId="341981970" sldId="286"/>
            <ac:spMk id="3" creationId="{BA9B27C6-F364-8843-BBD3-1CDF1DB5AAE6}"/>
          </ac:spMkLst>
        </pc:spChg>
      </pc:sldChg>
      <pc:sldChg chg="modSp new">
        <pc:chgData name="Guest User" userId="" providerId="Windows Live" clId="Web-{3CAAC792-314E-4203-CBDB-E889B48E6E50}" dt="2026-02-01T09:59:10.908" v="161" actId="1076"/>
        <pc:sldMkLst>
          <pc:docMk/>
          <pc:sldMk cId="4007493756" sldId="288"/>
        </pc:sldMkLst>
        <pc:spChg chg="mod">
          <ac:chgData name="Guest User" userId="" providerId="Windows Live" clId="Web-{3CAAC792-314E-4203-CBDB-E889B48E6E50}" dt="2026-02-01T09:59:10.908" v="161" actId="1076"/>
          <ac:spMkLst>
            <pc:docMk/>
            <pc:sldMk cId="4007493756" sldId="288"/>
            <ac:spMk id="2" creationId="{E6C7EA47-FE67-C37B-3E42-A698DACDB77B}"/>
          </ac:spMkLst>
        </pc:spChg>
        <pc:spChg chg="mod">
          <ac:chgData name="Guest User" userId="" providerId="Windows Live" clId="Web-{3CAAC792-314E-4203-CBDB-E889B48E6E50}" dt="2026-02-01T09:59:06.580" v="160" actId="1076"/>
          <ac:spMkLst>
            <pc:docMk/>
            <pc:sldMk cId="4007493756" sldId="288"/>
            <ac:spMk id="3" creationId="{57CFA0CB-DBF9-81DF-A6BE-FC279F5E2A40}"/>
          </ac:spMkLst>
        </pc:spChg>
      </pc:sldChg>
    </pc:docChg>
  </pc:docChgLst>
  <pc:docChgLst>
    <pc:chgData name="Guest User" providerId="Windows Live" clId="Web-{874A2C9E-0A2B-E33F-9B6F-45CE8030B17C}"/>
    <pc:docChg chg="addSld delSld modSld sldOrd modMainMaster">
      <pc:chgData name="Guest User" userId="" providerId="Windows Live" clId="Web-{874A2C9E-0A2B-E33F-9B6F-45CE8030B17C}" dt="2026-02-01T13:22:22.001" v="1956"/>
      <pc:docMkLst>
        <pc:docMk/>
      </pc:docMkLst>
      <pc:sldChg chg="addSp modSp">
        <pc:chgData name="Guest User" userId="" providerId="Windows Live" clId="Web-{874A2C9E-0A2B-E33F-9B6F-45CE8030B17C}" dt="2026-02-01T13:22:20.017" v="1953"/>
        <pc:sldMkLst>
          <pc:docMk/>
          <pc:sldMk cId="1544302913" sldId="268"/>
        </pc:sldMkLst>
        <pc:spChg chg="add mod">
          <ac:chgData name="Guest User" userId="" providerId="Windows Live" clId="Web-{874A2C9E-0A2B-E33F-9B6F-45CE8030B17C}" dt="2026-02-01T13:22:20.017" v="1953"/>
          <ac:spMkLst>
            <pc:docMk/>
            <pc:sldMk cId="1544302913" sldId="268"/>
            <ac:spMk id="3" creationId="{C60FB0F7-B3F2-CB87-A851-B53232DEAE79}"/>
          </ac:spMkLst>
        </pc:spChg>
      </pc:sldChg>
      <pc:sldChg chg="addSp modSp">
        <pc:chgData name="Guest User" userId="" providerId="Windows Live" clId="Web-{874A2C9E-0A2B-E33F-9B6F-45CE8030B17C}" dt="2026-02-01T13:22:20.017" v="1953"/>
        <pc:sldMkLst>
          <pc:docMk/>
          <pc:sldMk cId="2204515944" sldId="269"/>
        </pc:sldMkLst>
        <pc:spChg chg="add mod">
          <ac:chgData name="Guest User" userId="" providerId="Windows Live" clId="Web-{874A2C9E-0A2B-E33F-9B6F-45CE8030B17C}" dt="2026-02-01T13:22:20.017" v="1953"/>
          <ac:spMkLst>
            <pc:docMk/>
            <pc:sldMk cId="2204515944" sldId="269"/>
            <ac:spMk id="4" creationId="{ED8A988A-B14B-F19E-4633-2EF1D8A80065}"/>
          </ac:spMkLst>
        </pc:spChg>
      </pc:sldChg>
      <pc:sldChg chg="addSp modSp">
        <pc:chgData name="Guest User" userId="" providerId="Windows Live" clId="Web-{874A2C9E-0A2B-E33F-9B6F-45CE8030B17C}" dt="2026-02-01T13:22:20.017" v="1953"/>
        <pc:sldMkLst>
          <pc:docMk/>
          <pc:sldMk cId="341981970" sldId="286"/>
        </pc:sldMkLst>
        <pc:spChg chg="mod">
          <ac:chgData name="Guest User" userId="" providerId="Windows Live" clId="Web-{874A2C9E-0A2B-E33F-9B6F-45CE8030B17C}" dt="2026-02-01T11:18:41.999" v="773" actId="20577"/>
          <ac:spMkLst>
            <pc:docMk/>
            <pc:sldMk cId="341981970" sldId="286"/>
            <ac:spMk id="3" creationId="{BA9B27C6-F364-8843-BBD3-1CDF1DB5AAE6}"/>
          </ac:spMkLst>
        </pc:spChg>
        <pc:spChg chg="add mod">
          <ac:chgData name="Guest User" userId="" providerId="Windows Live" clId="Web-{874A2C9E-0A2B-E33F-9B6F-45CE8030B17C}" dt="2026-02-01T13:22:20.017" v="1953"/>
          <ac:spMkLst>
            <pc:docMk/>
            <pc:sldMk cId="341981970" sldId="286"/>
            <ac:spMk id="4" creationId="{0DC31C91-4F74-506D-43C0-C743F2F7BFE8}"/>
          </ac:spMkLst>
        </pc:spChg>
      </pc:sldChg>
      <pc:sldChg chg="addSp modSp">
        <pc:chgData name="Guest User" userId="" providerId="Windows Live" clId="Web-{874A2C9E-0A2B-E33F-9B6F-45CE8030B17C}" dt="2026-02-01T13:22:20.017" v="1953"/>
        <pc:sldMkLst>
          <pc:docMk/>
          <pc:sldMk cId="4184372375" sldId="287"/>
        </pc:sldMkLst>
        <pc:spChg chg="add mod">
          <ac:chgData name="Guest User" userId="" providerId="Windows Live" clId="Web-{874A2C9E-0A2B-E33F-9B6F-45CE8030B17C}" dt="2026-02-01T13:22:20.017" v="1953"/>
          <ac:spMkLst>
            <pc:docMk/>
            <pc:sldMk cId="4184372375" sldId="287"/>
            <ac:spMk id="4" creationId="{599DA35E-5C4C-58AC-3737-35160E3FED30}"/>
          </ac:spMkLst>
        </pc:spChg>
      </pc:sldChg>
      <pc:sldChg chg="addSp delSp modSp">
        <pc:chgData name="Guest User" userId="" providerId="Windows Live" clId="Web-{874A2C9E-0A2B-E33F-9B6F-45CE8030B17C}" dt="2026-02-01T13:22:20.017" v="1953"/>
        <pc:sldMkLst>
          <pc:docMk/>
          <pc:sldMk cId="4007493756" sldId="288"/>
        </pc:sldMkLst>
        <pc:spChg chg="mod">
          <ac:chgData name="Guest User" userId="" providerId="Windows Live" clId="Web-{874A2C9E-0A2B-E33F-9B6F-45CE8030B17C}" dt="2026-02-01T11:44:08.480" v="961" actId="20577"/>
          <ac:spMkLst>
            <pc:docMk/>
            <pc:sldMk cId="4007493756" sldId="288"/>
            <ac:spMk id="3" creationId="{57CFA0CB-DBF9-81DF-A6BE-FC279F5E2A40}"/>
          </ac:spMkLst>
        </pc:spChg>
        <pc:spChg chg="add mod">
          <ac:chgData name="Guest User" userId="" providerId="Windows Live" clId="Web-{874A2C9E-0A2B-E33F-9B6F-45CE8030B17C}" dt="2026-02-01T13:10:45.894" v="1863" actId="20577"/>
          <ac:spMkLst>
            <pc:docMk/>
            <pc:sldMk cId="4007493756" sldId="288"/>
            <ac:spMk id="7" creationId="{1ABA69D6-8C1B-F1BD-6779-EDC53ACA8035}"/>
          </ac:spMkLst>
        </pc:spChg>
        <pc:spChg chg="add mod">
          <ac:chgData name="Guest User" userId="" providerId="Windows Live" clId="Web-{874A2C9E-0A2B-E33F-9B6F-45CE8030B17C}" dt="2026-02-01T13:22:20.017" v="1953"/>
          <ac:spMkLst>
            <pc:docMk/>
            <pc:sldMk cId="4007493756" sldId="288"/>
            <ac:spMk id="9" creationId="{648C6AE2-D449-011C-3236-CB1691054BB8}"/>
          </ac:spMkLst>
        </pc:spChg>
        <pc:picChg chg="add mod">
          <ac:chgData name="Guest User" userId="" providerId="Windows Live" clId="Web-{874A2C9E-0A2B-E33F-9B6F-45CE8030B17C}" dt="2026-02-01T13:00:26.774" v="1726" actId="14100"/>
          <ac:picMkLst>
            <pc:docMk/>
            <pc:sldMk cId="4007493756" sldId="288"/>
            <ac:picMk id="6" creationId="{9BF42D2B-BCFB-0385-61F3-08D7CE04403D}"/>
          </ac:picMkLst>
        </pc:picChg>
      </pc:sldChg>
      <pc:sldChg chg="addSp modSp">
        <pc:chgData name="Guest User" userId="" providerId="Windows Live" clId="Web-{874A2C9E-0A2B-E33F-9B6F-45CE8030B17C}" dt="2026-02-01T13:22:20.017" v="1953"/>
        <pc:sldMkLst>
          <pc:docMk/>
          <pc:sldMk cId="605425533" sldId="289"/>
        </pc:sldMkLst>
        <pc:spChg chg="add mod">
          <ac:chgData name="Guest User" userId="" providerId="Windows Live" clId="Web-{874A2C9E-0A2B-E33F-9B6F-45CE8030B17C}" dt="2026-02-01T13:22:20.017" v="1953"/>
          <ac:spMkLst>
            <pc:docMk/>
            <pc:sldMk cId="605425533" sldId="289"/>
            <ac:spMk id="3" creationId="{31799811-4D8A-42AE-CDE6-897C752431E3}"/>
          </ac:spMkLst>
        </pc:spChg>
      </pc:sldChg>
      <pc:sldChg chg="addSp modSp">
        <pc:chgData name="Guest User" userId="" providerId="Windows Live" clId="Web-{874A2C9E-0A2B-E33F-9B6F-45CE8030B17C}" dt="2026-02-01T13:22:20.017" v="1953"/>
        <pc:sldMkLst>
          <pc:docMk/>
          <pc:sldMk cId="2230651046" sldId="291"/>
        </pc:sldMkLst>
        <pc:spChg chg="mod">
          <ac:chgData name="Guest User" userId="" providerId="Windows Live" clId="Web-{874A2C9E-0A2B-E33F-9B6F-45CE8030B17C}" dt="2026-02-01T12:04:44.457" v="1428" actId="20577"/>
          <ac:spMkLst>
            <pc:docMk/>
            <pc:sldMk cId="2230651046" sldId="291"/>
            <ac:spMk id="3" creationId="{C32D304A-4B29-C3CA-46DA-5E165747B70D}"/>
          </ac:spMkLst>
        </pc:spChg>
        <pc:spChg chg="add mod">
          <ac:chgData name="Guest User" userId="" providerId="Windows Live" clId="Web-{874A2C9E-0A2B-E33F-9B6F-45CE8030B17C}" dt="2026-02-01T13:22:20.017" v="1953"/>
          <ac:spMkLst>
            <pc:docMk/>
            <pc:sldMk cId="2230651046" sldId="291"/>
            <ac:spMk id="4" creationId="{460E705E-9B58-E10C-9743-B40CE5A65FAF}"/>
          </ac:spMkLst>
        </pc:spChg>
      </pc:sldChg>
      <pc:sldChg chg="addSp modSp">
        <pc:chgData name="Guest User" userId="" providerId="Windows Live" clId="Web-{874A2C9E-0A2B-E33F-9B6F-45CE8030B17C}" dt="2026-02-01T13:22:20.017" v="1953"/>
        <pc:sldMkLst>
          <pc:docMk/>
          <pc:sldMk cId="2979848642" sldId="292"/>
        </pc:sldMkLst>
        <pc:spChg chg="mod">
          <ac:chgData name="Guest User" userId="" providerId="Windows Live" clId="Web-{874A2C9E-0A2B-E33F-9B6F-45CE8030B17C}" dt="2026-02-01T10:46:58.240" v="507" actId="20577"/>
          <ac:spMkLst>
            <pc:docMk/>
            <pc:sldMk cId="2979848642" sldId="292"/>
            <ac:spMk id="2" creationId="{659B5F64-D7AA-D7E3-F905-0DBE83ACA051}"/>
          </ac:spMkLst>
        </pc:spChg>
        <pc:spChg chg="mod">
          <ac:chgData name="Guest User" userId="" providerId="Windows Live" clId="Web-{874A2C9E-0A2B-E33F-9B6F-45CE8030B17C}" dt="2026-02-01T12:01:24.688" v="1414" actId="20577"/>
          <ac:spMkLst>
            <pc:docMk/>
            <pc:sldMk cId="2979848642" sldId="292"/>
            <ac:spMk id="3" creationId="{BA14D3A6-1E21-5363-45CA-701793567081}"/>
          </ac:spMkLst>
        </pc:spChg>
        <pc:spChg chg="add mod">
          <ac:chgData name="Guest User" userId="" providerId="Windows Live" clId="Web-{874A2C9E-0A2B-E33F-9B6F-45CE8030B17C}" dt="2026-02-01T13:22:20.017" v="1953"/>
          <ac:spMkLst>
            <pc:docMk/>
            <pc:sldMk cId="2979848642" sldId="292"/>
            <ac:spMk id="4" creationId="{86FF6153-5594-562D-1A70-E0CD3F9EA9F6}"/>
          </ac:spMkLst>
        </pc:spChg>
      </pc:sldChg>
      <pc:sldChg chg="addSp delSp modSp ord">
        <pc:chgData name="Guest User" userId="" providerId="Windows Live" clId="Web-{874A2C9E-0A2B-E33F-9B6F-45CE8030B17C}" dt="2026-02-01T13:22:20.017" v="1953"/>
        <pc:sldMkLst>
          <pc:docMk/>
          <pc:sldMk cId="3889151352" sldId="293"/>
        </pc:sldMkLst>
        <pc:spChg chg="add mod">
          <ac:chgData name="Guest User" userId="" providerId="Windows Live" clId="Web-{874A2C9E-0A2B-E33F-9B6F-45CE8030B17C}" dt="2026-02-01T13:22:20.017" v="1953"/>
          <ac:spMkLst>
            <pc:docMk/>
            <pc:sldMk cId="3889151352" sldId="293"/>
            <ac:spMk id="3" creationId="{5995112A-DA36-C6A2-81DD-A34DE027946E}"/>
          </ac:spMkLst>
        </pc:spChg>
        <pc:graphicFrameChg chg="add mod ord modGraphic">
          <ac:chgData name="Guest User" userId="" providerId="Windows Live" clId="Web-{874A2C9E-0A2B-E33F-9B6F-45CE8030B17C}" dt="2026-02-01T12:04:09.597" v="1424"/>
          <ac:graphicFrameMkLst>
            <pc:docMk/>
            <pc:sldMk cId="3889151352" sldId="293"/>
            <ac:graphicFrameMk id="5" creationId="{B3B9B285-5F34-D1AB-E978-781ACEC7C3D2}"/>
          </ac:graphicFrameMkLst>
        </pc:graphicFrameChg>
      </pc:sldChg>
      <pc:sldChg chg="addSp modSp">
        <pc:chgData name="Guest User" userId="" providerId="Windows Live" clId="Web-{874A2C9E-0A2B-E33F-9B6F-45CE8030B17C}" dt="2026-02-01T13:22:20.017" v="1953"/>
        <pc:sldMkLst>
          <pc:docMk/>
          <pc:sldMk cId="754731153" sldId="294"/>
        </pc:sldMkLst>
        <pc:spChg chg="add mod">
          <ac:chgData name="Guest User" userId="" providerId="Windows Live" clId="Web-{874A2C9E-0A2B-E33F-9B6F-45CE8030B17C}" dt="2026-02-01T13:22:20.017" v="1953"/>
          <ac:spMkLst>
            <pc:docMk/>
            <pc:sldMk cId="754731153" sldId="294"/>
            <ac:spMk id="4" creationId="{F0B3B243-A359-EF2F-398B-46D59583131E}"/>
          </ac:spMkLst>
        </pc:spChg>
      </pc:sldChg>
      <pc:sldChg chg="addSp modSp">
        <pc:chgData name="Guest User" userId="" providerId="Windows Live" clId="Web-{874A2C9E-0A2B-E33F-9B6F-45CE8030B17C}" dt="2026-02-01T13:22:20.017" v="1953"/>
        <pc:sldMkLst>
          <pc:docMk/>
          <pc:sldMk cId="2012411184" sldId="296"/>
        </pc:sldMkLst>
        <pc:spChg chg="add mod">
          <ac:chgData name="Guest User" userId="" providerId="Windows Live" clId="Web-{874A2C9E-0A2B-E33F-9B6F-45CE8030B17C}" dt="2026-02-01T13:22:20.017" v="1953"/>
          <ac:spMkLst>
            <pc:docMk/>
            <pc:sldMk cId="2012411184" sldId="296"/>
            <ac:spMk id="3" creationId="{B3D97412-3099-FAF6-8CB7-8EF977EC90A0}"/>
          </ac:spMkLst>
        </pc:spChg>
      </pc:sldChg>
      <pc:sldChg chg="addSp modSp">
        <pc:chgData name="Guest User" userId="" providerId="Windows Live" clId="Web-{874A2C9E-0A2B-E33F-9B6F-45CE8030B17C}" dt="2026-02-01T13:22:20.017" v="1953"/>
        <pc:sldMkLst>
          <pc:docMk/>
          <pc:sldMk cId="3275095874" sldId="297"/>
        </pc:sldMkLst>
        <pc:spChg chg="add mod">
          <ac:chgData name="Guest User" userId="" providerId="Windows Live" clId="Web-{874A2C9E-0A2B-E33F-9B6F-45CE8030B17C}" dt="2026-02-01T13:22:20.017" v="1953"/>
          <ac:spMkLst>
            <pc:docMk/>
            <pc:sldMk cId="3275095874" sldId="297"/>
            <ac:spMk id="4" creationId="{743BC4E5-475C-228B-1B37-FB005604F621}"/>
          </ac:spMkLst>
        </pc:spChg>
      </pc:sldChg>
      <pc:sldChg chg="addSp modSp">
        <pc:chgData name="Guest User" userId="" providerId="Windows Live" clId="Web-{874A2C9E-0A2B-E33F-9B6F-45CE8030B17C}" dt="2026-02-01T13:22:20.017" v="1953"/>
        <pc:sldMkLst>
          <pc:docMk/>
          <pc:sldMk cId="2455909195" sldId="298"/>
        </pc:sldMkLst>
        <pc:spChg chg="add mod">
          <ac:chgData name="Guest User" userId="" providerId="Windows Live" clId="Web-{874A2C9E-0A2B-E33F-9B6F-45CE8030B17C}" dt="2026-02-01T13:22:20.017" v="1953"/>
          <ac:spMkLst>
            <pc:docMk/>
            <pc:sldMk cId="2455909195" sldId="298"/>
            <ac:spMk id="4" creationId="{16EC8D03-815C-0F5F-CB98-44CF7B3B2399}"/>
          </ac:spMkLst>
        </pc:spChg>
      </pc:sldChg>
      <pc:sldChg chg="addSp modSp">
        <pc:chgData name="Guest User" userId="" providerId="Windows Live" clId="Web-{874A2C9E-0A2B-E33F-9B6F-45CE8030B17C}" dt="2026-02-01T13:22:20.017" v="1953"/>
        <pc:sldMkLst>
          <pc:docMk/>
          <pc:sldMk cId="568990701" sldId="299"/>
        </pc:sldMkLst>
        <pc:spChg chg="add mod">
          <ac:chgData name="Guest User" userId="" providerId="Windows Live" clId="Web-{874A2C9E-0A2B-E33F-9B6F-45CE8030B17C}" dt="2026-02-01T13:22:20.017" v="1953"/>
          <ac:spMkLst>
            <pc:docMk/>
            <pc:sldMk cId="568990701" sldId="299"/>
            <ac:spMk id="4" creationId="{7F0220FD-4181-EE0B-4A82-3A6A2FA3A799}"/>
          </ac:spMkLst>
        </pc:spChg>
      </pc:sldChg>
      <pc:sldChg chg="addSp modSp">
        <pc:chgData name="Guest User" userId="" providerId="Windows Live" clId="Web-{874A2C9E-0A2B-E33F-9B6F-45CE8030B17C}" dt="2026-02-01T13:22:20.017" v="1953"/>
        <pc:sldMkLst>
          <pc:docMk/>
          <pc:sldMk cId="689001612" sldId="300"/>
        </pc:sldMkLst>
        <pc:spChg chg="add mod">
          <ac:chgData name="Guest User" userId="" providerId="Windows Live" clId="Web-{874A2C9E-0A2B-E33F-9B6F-45CE8030B17C}" dt="2026-02-01T13:22:20.017" v="1953"/>
          <ac:spMkLst>
            <pc:docMk/>
            <pc:sldMk cId="689001612" sldId="300"/>
            <ac:spMk id="4" creationId="{935ED7C0-3CE8-C533-08BD-EE876E249437}"/>
          </ac:spMkLst>
        </pc:spChg>
      </pc:sldChg>
      <pc:sldChg chg="addSp modSp">
        <pc:chgData name="Guest User" userId="" providerId="Windows Live" clId="Web-{874A2C9E-0A2B-E33F-9B6F-45CE8030B17C}" dt="2026-02-01T13:22:20.017" v="1953"/>
        <pc:sldMkLst>
          <pc:docMk/>
          <pc:sldMk cId="645056831" sldId="301"/>
        </pc:sldMkLst>
        <pc:spChg chg="add mod">
          <ac:chgData name="Guest User" userId="" providerId="Windows Live" clId="Web-{874A2C9E-0A2B-E33F-9B6F-45CE8030B17C}" dt="2026-02-01T13:22:20.017" v="1953"/>
          <ac:spMkLst>
            <pc:docMk/>
            <pc:sldMk cId="645056831" sldId="301"/>
            <ac:spMk id="4" creationId="{8BE4A781-AAC6-37A1-2F6E-34911BEDC7E9}"/>
          </ac:spMkLst>
        </pc:spChg>
      </pc:sldChg>
      <pc:sldChg chg="addSp delSp modSp new">
        <pc:chgData name="Guest User" userId="" providerId="Windows Live" clId="Web-{874A2C9E-0A2B-E33F-9B6F-45CE8030B17C}" dt="2026-02-01T13:22:20.017" v="1953"/>
        <pc:sldMkLst>
          <pc:docMk/>
          <pc:sldMk cId="2148725458" sldId="303"/>
        </pc:sldMkLst>
        <pc:spChg chg="mod">
          <ac:chgData name="Guest User" userId="" providerId="Windows Live" clId="Web-{874A2C9E-0A2B-E33F-9B6F-45CE8030B17C}" dt="2026-02-01T11:20:29.891" v="775" actId="20577"/>
          <ac:spMkLst>
            <pc:docMk/>
            <pc:sldMk cId="2148725458" sldId="303"/>
            <ac:spMk id="2" creationId="{F4E55581-090A-676E-D023-1105FEB5F461}"/>
          </ac:spMkLst>
        </pc:spChg>
        <pc:spChg chg="mod">
          <ac:chgData name="Guest User" userId="" providerId="Windows Live" clId="Web-{874A2C9E-0A2B-E33F-9B6F-45CE8030B17C}" dt="2026-02-01T13:10:11.753" v="1840" actId="20577"/>
          <ac:spMkLst>
            <pc:docMk/>
            <pc:sldMk cId="2148725458" sldId="303"/>
            <ac:spMk id="3" creationId="{F9BC98C2-82A2-3E9B-C58D-6D5035E3AB26}"/>
          </ac:spMkLst>
        </pc:spChg>
        <pc:spChg chg="add mod">
          <ac:chgData name="Guest User" userId="" providerId="Windows Live" clId="Web-{874A2C9E-0A2B-E33F-9B6F-45CE8030B17C}" dt="2026-02-01T13:12:18.678" v="1868" actId="20577"/>
          <ac:spMkLst>
            <pc:docMk/>
            <pc:sldMk cId="2148725458" sldId="303"/>
            <ac:spMk id="6" creationId="{414E4367-C42F-DBB1-BF51-3DDD4C21C2A4}"/>
          </ac:spMkLst>
        </pc:spChg>
        <pc:spChg chg="add mod">
          <ac:chgData name="Guest User" userId="" providerId="Windows Live" clId="Web-{874A2C9E-0A2B-E33F-9B6F-45CE8030B17C}" dt="2026-02-01T13:22:20.017" v="1953"/>
          <ac:spMkLst>
            <pc:docMk/>
            <pc:sldMk cId="2148725458" sldId="303"/>
            <ac:spMk id="7" creationId="{668FAC96-40CF-D69D-5562-F2186397EFBF}"/>
          </ac:spMkLst>
        </pc:spChg>
        <pc:picChg chg="add mod">
          <ac:chgData name="Guest User" userId="" providerId="Windows Live" clId="Web-{874A2C9E-0A2B-E33F-9B6F-45CE8030B17C}" dt="2026-02-01T13:08:27.049" v="1762" actId="1076"/>
          <ac:picMkLst>
            <pc:docMk/>
            <pc:sldMk cId="2148725458" sldId="303"/>
            <ac:picMk id="4" creationId="{5924DD04-8753-DD31-B1EE-1A0F06A25467}"/>
          </ac:picMkLst>
        </pc:picChg>
      </pc:sldChg>
      <pc:sldChg chg="addSp modSp">
        <pc:chgData name="Guest User" userId="" providerId="Windows Live" clId="Web-{874A2C9E-0A2B-E33F-9B6F-45CE8030B17C}" dt="2026-02-01T13:22:20.017" v="1953"/>
        <pc:sldMkLst>
          <pc:docMk/>
          <pc:sldMk cId="2077231155" sldId="304"/>
        </pc:sldMkLst>
        <pc:spChg chg="add mod">
          <ac:chgData name="Guest User" userId="" providerId="Windows Live" clId="Web-{874A2C9E-0A2B-E33F-9B6F-45CE8030B17C}" dt="2026-02-01T13:22:20.017" v="1953"/>
          <ac:spMkLst>
            <pc:docMk/>
            <pc:sldMk cId="2077231155" sldId="304"/>
            <ac:spMk id="4" creationId="{C579DFA5-2B15-2A11-9C43-EEA8262A3D06}"/>
          </ac:spMkLst>
        </pc:spChg>
      </pc:sldChg>
      <pc:sldChg chg="addSp modSp">
        <pc:chgData name="Guest User" userId="" providerId="Windows Live" clId="Web-{874A2C9E-0A2B-E33F-9B6F-45CE8030B17C}" dt="2026-02-01T13:22:20.017" v="1953"/>
        <pc:sldMkLst>
          <pc:docMk/>
          <pc:sldMk cId="890819336" sldId="305"/>
        </pc:sldMkLst>
        <pc:spChg chg="add mod">
          <ac:chgData name="Guest User" userId="" providerId="Windows Live" clId="Web-{874A2C9E-0A2B-E33F-9B6F-45CE8030B17C}" dt="2026-02-01T13:22:20.017" v="1953"/>
          <ac:spMkLst>
            <pc:docMk/>
            <pc:sldMk cId="890819336" sldId="305"/>
            <ac:spMk id="2" creationId="{AC721369-1B20-E19E-4AFE-6EA812966EB2}"/>
          </ac:spMkLst>
        </pc:spChg>
      </pc:sldChg>
      <pc:sldChg chg="addSp modSp">
        <pc:chgData name="Guest User" userId="" providerId="Windows Live" clId="Web-{874A2C9E-0A2B-E33F-9B6F-45CE8030B17C}" dt="2026-02-01T13:22:20.017" v="1953"/>
        <pc:sldMkLst>
          <pc:docMk/>
          <pc:sldMk cId="647779714" sldId="306"/>
        </pc:sldMkLst>
        <pc:spChg chg="add mod">
          <ac:chgData name="Guest User" userId="" providerId="Windows Live" clId="Web-{874A2C9E-0A2B-E33F-9B6F-45CE8030B17C}" dt="2026-02-01T13:22:20.017" v="1953"/>
          <ac:spMkLst>
            <pc:docMk/>
            <pc:sldMk cId="647779714" sldId="306"/>
            <ac:spMk id="4" creationId="{A0918913-559B-A722-0A0A-C1F69F907A46}"/>
          </ac:spMkLst>
        </pc:spChg>
      </pc:sldChg>
      <pc:sldChg chg="addSp modSp">
        <pc:chgData name="Guest User" userId="" providerId="Windows Live" clId="Web-{874A2C9E-0A2B-E33F-9B6F-45CE8030B17C}" dt="2026-02-01T13:22:20.017" v="1953"/>
        <pc:sldMkLst>
          <pc:docMk/>
          <pc:sldMk cId="449955558" sldId="307"/>
        </pc:sldMkLst>
        <pc:spChg chg="add mod">
          <ac:chgData name="Guest User" userId="" providerId="Windows Live" clId="Web-{874A2C9E-0A2B-E33F-9B6F-45CE8030B17C}" dt="2026-02-01T13:22:20.017" v="1953"/>
          <ac:spMkLst>
            <pc:docMk/>
            <pc:sldMk cId="449955558" sldId="307"/>
            <ac:spMk id="4" creationId="{4C27985C-ECB7-A352-0796-F3F2427B495B}"/>
          </ac:spMkLst>
        </pc:spChg>
      </pc:sldChg>
      <pc:sldChg chg="addSp modSp">
        <pc:chgData name="Guest User" userId="" providerId="Windows Live" clId="Web-{874A2C9E-0A2B-E33F-9B6F-45CE8030B17C}" dt="2026-02-01T13:22:20.017" v="1953"/>
        <pc:sldMkLst>
          <pc:docMk/>
          <pc:sldMk cId="663429332" sldId="308"/>
        </pc:sldMkLst>
        <pc:spChg chg="add mod">
          <ac:chgData name="Guest User" userId="" providerId="Windows Live" clId="Web-{874A2C9E-0A2B-E33F-9B6F-45CE8030B17C}" dt="2026-02-01T13:22:20.017" v="1953"/>
          <ac:spMkLst>
            <pc:docMk/>
            <pc:sldMk cId="663429332" sldId="308"/>
            <ac:spMk id="3" creationId="{F6CA6274-6BF9-2BCB-CF3E-3F723DEEDE73}"/>
          </ac:spMkLst>
        </pc:spChg>
      </pc:sldChg>
      <pc:sldChg chg="addSp delSp modSp new">
        <pc:chgData name="Guest User" userId="" providerId="Windows Live" clId="Web-{874A2C9E-0A2B-E33F-9B6F-45CE8030B17C}" dt="2026-02-01T13:22:20.017" v="1953"/>
        <pc:sldMkLst>
          <pc:docMk/>
          <pc:sldMk cId="2565919669" sldId="309"/>
        </pc:sldMkLst>
        <pc:spChg chg="add mod">
          <ac:chgData name="Guest User" userId="" providerId="Windows Live" clId="Web-{874A2C9E-0A2B-E33F-9B6F-45CE8030B17C}" dt="2026-02-01T13:22:20.017" v="1953"/>
          <ac:spMkLst>
            <pc:docMk/>
            <pc:sldMk cId="2565919669" sldId="309"/>
            <ac:spMk id="2" creationId="{B49BCD64-7267-2895-E52E-834D3CAF3B5C}"/>
          </ac:spMkLst>
        </pc:spChg>
        <pc:spChg chg="add mod">
          <ac:chgData name="Guest User" userId="" providerId="Windows Live" clId="Web-{874A2C9E-0A2B-E33F-9B6F-45CE8030B17C}" dt="2026-02-01T11:56:09.499" v="1385" actId="20577"/>
          <ac:spMkLst>
            <pc:docMk/>
            <pc:sldMk cId="2565919669" sldId="309"/>
            <ac:spMk id="6" creationId="{56B9BCBC-B0CF-8A72-469B-0FA52DCA7600}"/>
          </ac:spMkLst>
        </pc:spChg>
        <pc:graphicFrameChg chg="add mod ord modGraphic">
          <ac:chgData name="Guest User" userId="" providerId="Windows Live" clId="Web-{874A2C9E-0A2B-E33F-9B6F-45CE8030B17C}" dt="2026-02-01T12:04:04.535" v="1420"/>
          <ac:graphicFrameMkLst>
            <pc:docMk/>
            <pc:sldMk cId="2565919669" sldId="309"/>
            <ac:graphicFrameMk id="5" creationId="{211C2739-284E-5418-D39C-DBF4F983AA5C}"/>
          </ac:graphicFrameMkLst>
        </pc:graphicFrameChg>
      </pc:sldChg>
      <pc:sldChg chg="addSp modSp">
        <pc:chgData name="Guest User" userId="" providerId="Windows Live" clId="Web-{874A2C9E-0A2B-E33F-9B6F-45CE8030B17C}" dt="2026-02-01T13:22:20.017" v="1953"/>
        <pc:sldMkLst>
          <pc:docMk/>
          <pc:sldMk cId="3856639041" sldId="310"/>
        </pc:sldMkLst>
        <pc:spChg chg="mod">
          <ac:chgData name="Guest User" userId="" providerId="Windows Live" clId="Web-{874A2C9E-0A2B-E33F-9B6F-45CE8030B17C}" dt="2026-02-01T13:20:49.423" v="1952" actId="20577"/>
          <ac:spMkLst>
            <pc:docMk/>
            <pc:sldMk cId="3856639041" sldId="310"/>
            <ac:spMk id="3" creationId="{907D0E77-58F7-E287-811E-9BDE3F93260F}"/>
          </ac:spMkLst>
        </pc:spChg>
        <pc:spChg chg="add mod">
          <ac:chgData name="Guest User" userId="" providerId="Windows Live" clId="Web-{874A2C9E-0A2B-E33F-9B6F-45CE8030B17C}" dt="2026-02-01T13:22:20.017" v="1953"/>
          <ac:spMkLst>
            <pc:docMk/>
            <pc:sldMk cId="3856639041" sldId="310"/>
            <ac:spMk id="4" creationId="{45F13361-4378-F7EC-1943-2F192CFD600D}"/>
          </ac:spMkLst>
        </pc:spChg>
      </pc:sldChg>
      <pc:sldChg chg="addSp delSp modSp new">
        <pc:chgData name="Guest User" userId="" providerId="Windows Live" clId="Web-{874A2C9E-0A2B-E33F-9B6F-45CE8030B17C}" dt="2026-02-01T13:22:20.017" v="1953"/>
        <pc:sldMkLst>
          <pc:docMk/>
          <pc:sldMk cId="3420048137" sldId="311"/>
        </pc:sldMkLst>
        <pc:spChg chg="mod">
          <ac:chgData name="Guest User" userId="" providerId="Windows Live" clId="Web-{874A2C9E-0A2B-E33F-9B6F-45CE8030B17C}" dt="2026-02-01T12:01:43.845" v="1415" actId="20577"/>
          <ac:spMkLst>
            <pc:docMk/>
            <pc:sldMk cId="3420048137" sldId="311"/>
            <ac:spMk id="2" creationId="{D73404B5-06EE-57F2-5EC0-0AB2E650B78F}"/>
          </ac:spMkLst>
        </pc:spChg>
        <pc:spChg chg="mod">
          <ac:chgData name="Guest User" userId="" providerId="Windows Live" clId="Web-{874A2C9E-0A2B-E33F-9B6F-45CE8030B17C}" dt="2026-02-01T13:13:43.872" v="1878" actId="20577"/>
          <ac:spMkLst>
            <pc:docMk/>
            <pc:sldMk cId="3420048137" sldId="311"/>
            <ac:spMk id="3" creationId="{58AAA25D-03D0-3EB4-93C4-9741315583DD}"/>
          </ac:spMkLst>
        </pc:spChg>
        <pc:spChg chg="add mod">
          <ac:chgData name="Guest User" userId="" providerId="Windows Live" clId="Web-{874A2C9E-0A2B-E33F-9B6F-45CE8030B17C}" dt="2026-02-01T13:14:31.560" v="1893" actId="20577"/>
          <ac:spMkLst>
            <pc:docMk/>
            <pc:sldMk cId="3420048137" sldId="311"/>
            <ac:spMk id="5" creationId="{388EF137-84E9-FBEC-DCDD-6B3E68CDA7BF}"/>
          </ac:spMkLst>
        </pc:spChg>
        <pc:spChg chg="add mod">
          <ac:chgData name="Guest User" userId="" providerId="Windows Live" clId="Web-{874A2C9E-0A2B-E33F-9B6F-45CE8030B17C}" dt="2026-02-01T13:22:20.017" v="1953"/>
          <ac:spMkLst>
            <pc:docMk/>
            <pc:sldMk cId="3420048137" sldId="311"/>
            <ac:spMk id="7" creationId="{60015F15-D389-0E0B-F0E4-12823EBC0044}"/>
          </ac:spMkLst>
        </pc:spChg>
        <pc:picChg chg="add mod">
          <ac:chgData name="Guest User" userId="" providerId="Windows Live" clId="Web-{874A2C9E-0A2B-E33F-9B6F-45CE8030B17C}" dt="2026-02-01T13:13:39.840" v="1873" actId="1076"/>
          <ac:picMkLst>
            <pc:docMk/>
            <pc:sldMk cId="3420048137" sldId="311"/>
            <ac:picMk id="4" creationId="{5D68D3CA-C064-6FF4-5079-81724F8BB02B}"/>
          </ac:picMkLst>
        </pc:picChg>
      </pc:sldChg>
      <pc:sldChg chg="addSp modSp">
        <pc:chgData name="Guest User" userId="" providerId="Windows Live" clId="Web-{874A2C9E-0A2B-E33F-9B6F-45CE8030B17C}" dt="2026-02-01T13:22:20.017" v="1953"/>
        <pc:sldMkLst>
          <pc:docMk/>
          <pc:sldMk cId="1473785241" sldId="314"/>
        </pc:sldMkLst>
        <pc:spChg chg="add mod">
          <ac:chgData name="Guest User" userId="" providerId="Windows Live" clId="Web-{874A2C9E-0A2B-E33F-9B6F-45CE8030B17C}" dt="2026-02-01T13:22:20.017" v="1953"/>
          <ac:spMkLst>
            <pc:docMk/>
            <pc:sldMk cId="1473785241" sldId="314"/>
            <ac:spMk id="4" creationId="{DA8B4E19-D8D5-29A3-1857-D36EBE18A270}"/>
          </ac:spMkLst>
        </pc:spChg>
      </pc:sldChg>
      <pc:sldMasterChg chg="mod modSldLayout">
        <pc:chgData name="Guest User" userId="" providerId="Windows Live" clId="Web-{874A2C9E-0A2B-E33F-9B6F-45CE8030B17C}" dt="2026-02-01T13:22:22.001" v="1956"/>
        <pc:sldMasterMkLst>
          <pc:docMk/>
          <pc:sldMasterMk cId="1943259863" sldId="2147483648"/>
        </pc:sldMasterMkLst>
        <pc:sldLayoutChg chg="mod">
          <pc:chgData name="Guest User" userId="" providerId="Windows Live" clId="Web-{874A2C9E-0A2B-E33F-9B6F-45CE8030B17C}" dt="2026-02-01T13:22:22.001" v="1956"/>
          <pc:sldLayoutMkLst>
            <pc:docMk/>
            <pc:sldMasterMk cId="1943259863" sldId="2147483648"/>
            <pc:sldLayoutMk cId="798862757" sldId="2147483649"/>
          </pc:sldLayoutMkLst>
        </pc:sldLayoutChg>
        <pc:sldLayoutChg chg="mod">
          <pc:chgData name="Guest User" userId="" providerId="Windows Live" clId="Web-{874A2C9E-0A2B-E33F-9B6F-45CE8030B17C}" dt="2026-02-01T13:22:22.001" v="1956"/>
          <pc:sldLayoutMkLst>
            <pc:docMk/>
            <pc:sldMasterMk cId="1943259863" sldId="2147483648"/>
            <pc:sldLayoutMk cId="3112444112" sldId="2147483650"/>
          </pc:sldLayoutMkLst>
        </pc:sldLayoutChg>
        <pc:sldLayoutChg chg="mod">
          <pc:chgData name="Guest User" userId="" providerId="Windows Live" clId="Web-{874A2C9E-0A2B-E33F-9B6F-45CE8030B17C}" dt="2026-02-01T13:22:22.001" v="1956"/>
          <pc:sldLayoutMkLst>
            <pc:docMk/>
            <pc:sldMasterMk cId="1943259863" sldId="2147483648"/>
            <pc:sldLayoutMk cId="3506778040" sldId="2147483651"/>
          </pc:sldLayoutMkLst>
        </pc:sldLayoutChg>
        <pc:sldLayoutChg chg="mod">
          <pc:chgData name="Guest User" userId="" providerId="Windows Live" clId="Web-{874A2C9E-0A2B-E33F-9B6F-45CE8030B17C}" dt="2026-02-01T13:22:22.001" v="1956"/>
          <pc:sldLayoutMkLst>
            <pc:docMk/>
            <pc:sldMasterMk cId="1943259863" sldId="2147483648"/>
            <pc:sldLayoutMk cId="4044567947" sldId="2147483652"/>
          </pc:sldLayoutMkLst>
        </pc:sldLayoutChg>
        <pc:sldLayoutChg chg="mod">
          <pc:chgData name="Guest User" userId="" providerId="Windows Live" clId="Web-{874A2C9E-0A2B-E33F-9B6F-45CE8030B17C}" dt="2026-02-01T13:22:22.001" v="1956"/>
          <pc:sldLayoutMkLst>
            <pc:docMk/>
            <pc:sldMasterMk cId="1943259863" sldId="2147483648"/>
            <pc:sldLayoutMk cId="3397906568" sldId="2147483653"/>
          </pc:sldLayoutMkLst>
        </pc:sldLayoutChg>
        <pc:sldLayoutChg chg="mod">
          <pc:chgData name="Guest User" userId="" providerId="Windows Live" clId="Web-{874A2C9E-0A2B-E33F-9B6F-45CE8030B17C}" dt="2026-02-01T13:22:22.001" v="1956"/>
          <pc:sldLayoutMkLst>
            <pc:docMk/>
            <pc:sldMasterMk cId="1943259863" sldId="2147483648"/>
            <pc:sldLayoutMk cId="3238976713" sldId="2147483654"/>
          </pc:sldLayoutMkLst>
        </pc:sldLayoutChg>
        <pc:sldLayoutChg chg="mod">
          <pc:chgData name="Guest User" userId="" providerId="Windows Live" clId="Web-{874A2C9E-0A2B-E33F-9B6F-45CE8030B17C}" dt="2026-02-01T13:22:22.001" v="1956"/>
          <pc:sldLayoutMkLst>
            <pc:docMk/>
            <pc:sldMasterMk cId="1943259863" sldId="2147483648"/>
            <pc:sldLayoutMk cId="2146817227" sldId="2147483655"/>
          </pc:sldLayoutMkLst>
        </pc:sldLayoutChg>
        <pc:sldLayoutChg chg="mod">
          <pc:chgData name="Guest User" userId="" providerId="Windows Live" clId="Web-{874A2C9E-0A2B-E33F-9B6F-45CE8030B17C}" dt="2026-02-01T13:22:22.001" v="1956"/>
          <pc:sldLayoutMkLst>
            <pc:docMk/>
            <pc:sldMasterMk cId="1943259863" sldId="2147483648"/>
            <pc:sldLayoutMk cId="1667374130" sldId="2147483656"/>
          </pc:sldLayoutMkLst>
        </pc:sldLayoutChg>
        <pc:sldLayoutChg chg="mod">
          <pc:chgData name="Guest User" userId="" providerId="Windows Live" clId="Web-{874A2C9E-0A2B-E33F-9B6F-45CE8030B17C}" dt="2026-02-01T13:22:22.001" v="1956"/>
          <pc:sldLayoutMkLst>
            <pc:docMk/>
            <pc:sldMasterMk cId="1943259863" sldId="2147483648"/>
            <pc:sldLayoutMk cId="2477154221" sldId="2147483658"/>
          </pc:sldLayoutMkLst>
        </pc:sldLayoutChg>
        <pc:sldLayoutChg chg="mod">
          <pc:chgData name="Guest User" userId="" providerId="Windows Live" clId="Web-{874A2C9E-0A2B-E33F-9B6F-45CE8030B17C}" dt="2026-02-01T13:22:22.001" v="1956"/>
          <pc:sldLayoutMkLst>
            <pc:docMk/>
            <pc:sldMasterMk cId="1943259863" sldId="2147483648"/>
            <pc:sldLayoutMk cId="2524635021" sldId="2147483659"/>
          </pc:sldLayoutMkLst>
        </pc:sldLayoutChg>
        <pc:sldLayoutChg chg="mod">
          <pc:chgData name="Guest User" userId="" providerId="Windows Live" clId="Web-{874A2C9E-0A2B-E33F-9B6F-45CE8030B17C}" dt="2026-02-01T13:22:22.001" v="1956"/>
          <pc:sldLayoutMkLst>
            <pc:docMk/>
            <pc:sldMasterMk cId="1943259863" sldId="2147483648"/>
            <pc:sldLayoutMk cId="620318007" sldId="2147483669"/>
          </pc:sldLayoutMkLst>
        </pc:sldLayoutChg>
      </pc:sldMasterChg>
    </pc:docChg>
  </pc:docChgLst>
  <pc:docChgLst>
    <pc:chgData name="Guest User" providerId="Windows Live" clId="Web-{5E7377A5-73D6-4B98-2735-44CAE3A9F1C4}"/>
    <pc:docChg chg="addSld delSld modSld sldOrd">
      <pc:chgData name="Guest User" userId="" providerId="Windows Live" clId="Web-{5E7377A5-73D6-4B98-2735-44CAE3A9F1C4}" dt="2026-02-02T11:07:54.948" v="1307" actId="14100"/>
      <pc:docMkLst>
        <pc:docMk/>
      </pc:docMkLst>
      <pc:sldChg chg="addSp delSp modSp new ord">
        <pc:chgData name="Guest User" userId="" providerId="Windows Live" clId="Web-{5E7377A5-73D6-4B98-2735-44CAE3A9F1C4}" dt="2026-02-02T10:32:41.749" v="962" actId="20577"/>
        <pc:sldMkLst>
          <pc:docMk/>
          <pc:sldMk cId="2012411184" sldId="296"/>
        </pc:sldMkLst>
        <pc:spChg chg="mod">
          <ac:chgData name="Guest User" userId="" providerId="Windows Live" clId="Web-{5E7377A5-73D6-4B98-2735-44CAE3A9F1C4}" dt="2026-02-02T10:32:16.249" v="959" actId="20577"/>
          <ac:spMkLst>
            <pc:docMk/>
            <pc:sldMk cId="2012411184" sldId="296"/>
            <ac:spMk id="2" creationId="{58FA5096-BEFA-24A3-35FC-8231FF96B5D9}"/>
          </ac:spMkLst>
        </pc:spChg>
        <pc:spChg chg="add del mod">
          <ac:chgData name="Guest User" userId="" providerId="Windows Live" clId="Web-{5E7377A5-73D6-4B98-2735-44CAE3A9F1C4}" dt="2026-02-02T10:32:41.749" v="962" actId="20577"/>
          <ac:spMkLst>
            <pc:docMk/>
            <pc:sldMk cId="2012411184" sldId="296"/>
            <ac:spMk id="8" creationId="{44D295F2-4906-526E-8E0D-00BEF96A6DB5}"/>
          </ac:spMkLst>
        </pc:spChg>
        <pc:graphicFrameChg chg="add mod ord modGraphic">
          <ac:chgData name="Guest User" userId="" providerId="Windows Live" clId="Web-{5E7377A5-73D6-4B98-2735-44CAE3A9F1C4}" dt="2026-02-02T10:32:08.967" v="958"/>
          <ac:graphicFrameMkLst>
            <pc:docMk/>
            <pc:sldMk cId="2012411184" sldId="296"/>
            <ac:graphicFrameMk id="5" creationId="{89FD4BCD-4A29-2736-75C6-CCB577C1F500}"/>
          </ac:graphicFrameMkLst>
        </pc:graphicFrameChg>
      </pc:sldChg>
      <pc:sldChg chg="addSp modSp new">
        <pc:chgData name="Guest User" userId="" providerId="Windows Live" clId="Web-{5E7377A5-73D6-4B98-2735-44CAE3A9F1C4}" dt="2026-02-02T10:53:17.383" v="1233" actId="1076"/>
        <pc:sldMkLst>
          <pc:docMk/>
          <pc:sldMk cId="2455909195" sldId="298"/>
        </pc:sldMkLst>
        <pc:spChg chg="mod">
          <ac:chgData name="Guest User" userId="" providerId="Windows Live" clId="Web-{5E7377A5-73D6-4B98-2735-44CAE3A9F1C4}" dt="2026-02-02T10:32:54.125" v="964" actId="20577"/>
          <ac:spMkLst>
            <pc:docMk/>
            <pc:sldMk cId="2455909195" sldId="298"/>
            <ac:spMk id="2" creationId="{7C833246-3F09-FF1F-B0CD-E298A7823BD4}"/>
          </ac:spMkLst>
        </pc:spChg>
        <pc:spChg chg="mod">
          <ac:chgData name="Guest User" userId="" providerId="Windows Live" clId="Web-{5E7377A5-73D6-4B98-2735-44CAE3A9F1C4}" dt="2026-02-02T10:49:00.487" v="1177" actId="20577"/>
          <ac:spMkLst>
            <pc:docMk/>
            <pc:sldMk cId="2455909195" sldId="298"/>
            <ac:spMk id="3" creationId="{8121F77D-47F6-5648-FAB0-D3D4912A6979}"/>
          </ac:spMkLst>
        </pc:spChg>
        <pc:spChg chg="add mod">
          <ac:chgData name="Guest User" userId="" providerId="Windows Live" clId="Web-{5E7377A5-73D6-4B98-2735-44CAE3A9F1C4}" dt="2026-02-02T10:53:17.383" v="1233" actId="1076"/>
          <ac:spMkLst>
            <pc:docMk/>
            <pc:sldMk cId="2455909195" sldId="298"/>
            <ac:spMk id="7" creationId="{3B30F2A0-0EC4-39EF-2386-058A6F3AA0C8}"/>
          </ac:spMkLst>
        </pc:spChg>
        <pc:picChg chg="add mod">
          <ac:chgData name="Guest User" userId="" providerId="Windows Live" clId="Web-{5E7377A5-73D6-4B98-2735-44CAE3A9F1C4}" dt="2026-02-02T10:51:54.694" v="1186" actId="14100"/>
          <ac:picMkLst>
            <pc:docMk/>
            <pc:sldMk cId="2455909195" sldId="298"/>
            <ac:picMk id="5" creationId="{0754C748-F580-1B49-A3AC-44F1584509F7}"/>
          </ac:picMkLst>
        </pc:picChg>
        <pc:picChg chg="add mod">
          <ac:chgData name="Guest User" userId="" providerId="Windows Live" clId="Web-{5E7377A5-73D6-4B98-2735-44CAE3A9F1C4}" dt="2026-02-02T10:52:00.007" v="1187" actId="1076"/>
          <ac:picMkLst>
            <pc:docMk/>
            <pc:sldMk cId="2455909195" sldId="298"/>
            <ac:picMk id="6" creationId="{A2CD8034-B8D5-0C61-C4AE-41B84019031C}"/>
          </ac:picMkLst>
        </pc:picChg>
      </pc:sldChg>
      <pc:sldChg chg="addSp modSp new">
        <pc:chgData name="Guest User" userId="" providerId="Windows Live" clId="Web-{5E7377A5-73D6-4B98-2735-44CAE3A9F1C4}" dt="2026-02-02T10:33:12.391" v="966" actId="20577"/>
        <pc:sldMkLst>
          <pc:docMk/>
          <pc:sldMk cId="568990701" sldId="299"/>
        </pc:sldMkLst>
        <pc:spChg chg="mod">
          <ac:chgData name="Guest User" userId="" providerId="Windows Live" clId="Web-{5E7377A5-73D6-4B98-2735-44CAE3A9F1C4}" dt="2026-02-02T10:33:12.391" v="966" actId="20577"/>
          <ac:spMkLst>
            <pc:docMk/>
            <pc:sldMk cId="568990701" sldId="299"/>
            <ac:spMk id="2" creationId="{E355F646-1876-2BDE-0558-8DC280BBA665}"/>
          </ac:spMkLst>
        </pc:spChg>
        <pc:spChg chg="mod">
          <ac:chgData name="Guest User" userId="" providerId="Windows Live" clId="Web-{5E7377A5-73D6-4B98-2735-44CAE3A9F1C4}" dt="2026-02-02T10:33:06.359" v="965" actId="20577"/>
          <ac:spMkLst>
            <pc:docMk/>
            <pc:sldMk cId="568990701" sldId="299"/>
            <ac:spMk id="3" creationId="{7E30759A-A376-09FC-C3BF-20702538334D}"/>
          </ac:spMkLst>
        </pc:spChg>
        <pc:picChg chg="add mod">
          <ac:chgData name="Guest User" userId="" providerId="Windows Live" clId="Web-{5E7377A5-73D6-4B98-2735-44CAE3A9F1C4}" dt="2026-02-02T10:23:50.986" v="927" actId="1076"/>
          <ac:picMkLst>
            <pc:docMk/>
            <pc:sldMk cId="568990701" sldId="299"/>
            <ac:picMk id="5" creationId="{8819E6C5-348B-751B-E6FE-9079751BDF89}"/>
          </ac:picMkLst>
        </pc:picChg>
      </pc:sldChg>
      <pc:sldChg chg="addSp modSp new">
        <pc:chgData name="Guest User" userId="" providerId="Windows Live" clId="Web-{5E7377A5-73D6-4B98-2735-44CAE3A9F1C4}" dt="2026-02-02T11:07:54.948" v="1307" actId="14100"/>
        <pc:sldMkLst>
          <pc:docMk/>
          <pc:sldMk cId="689001612" sldId="300"/>
        </pc:sldMkLst>
        <pc:spChg chg="mod">
          <ac:chgData name="Guest User" userId="" providerId="Windows Live" clId="Web-{5E7377A5-73D6-4B98-2735-44CAE3A9F1C4}" dt="2026-02-02T11:07:49.995" v="1306" actId="1076"/>
          <ac:spMkLst>
            <pc:docMk/>
            <pc:sldMk cId="689001612" sldId="300"/>
            <ac:spMk id="2" creationId="{DD522D39-1CB6-8B71-999D-CA278AC75CF1}"/>
          </ac:spMkLst>
        </pc:spChg>
        <pc:spChg chg="mod">
          <ac:chgData name="Guest User" userId="" providerId="Windows Live" clId="Web-{5E7377A5-73D6-4B98-2735-44CAE3A9F1C4}" dt="2026-02-02T11:07:54.948" v="1307" actId="14100"/>
          <ac:spMkLst>
            <pc:docMk/>
            <pc:sldMk cId="689001612" sldId="300"/>
            <ac:spMk id="3" creationId="{3D0BD15C-3E69-8793-66FA-0F05C34DD844}"/>
          </ac:spMkLst>
        </pc:spChg>
        <pc:picChg chg="add mod modCrop">
          <ac:chgData name="Guest User" userId="" providerId="Windows Live" clId="Web-{5E7377A5-73D6-4B98-2735-44CAE3A9F1C4}" dt="2026-02-02T10:26:35.172" v="931" actId="1076"/>
          <ac:picMkLst>
            <pc:docMk/>
            <pc:sldMk cId="689001612" sldId="300"/>
            <ac:picMk id="5" creationId="{F034DE98-6A22-75B4-0374-9BE2DB0B0B4C}"/>
          </ac:picMkLst>
        </pc:picChg>
      </pc:sldChg>
      <pc:sldChg chg="addSp delSp modSp new">
        <pc:chgData name="Guest User" userId="" providerId="Windows Live" clId="Web-{5E7377A5-73D6-4B98-2735-44CAE3A9F1C4}" dt="2026-02-02T10:44:08.085" v="1097" actId="20577"/>
        <pc:sldMkLst>
          <pc:docMk/>
          <pc:sldMk cId="645056831" sldId="301"/>
        </pc:sldMkLst>
        <pc:spChg chg="mod">
          <ac:chgData name="Guest User" userId="" providerId="Windows Live" clId="Web-{5E7377A5-73D6-4B98-2735-44CAE3A9F1C4}" dt="2026-02-02T10:44:08.085" v="1097" actId="20577"/>
          <ac:spMkLst>
            <pc:docMk/>
            <pc:sldMk cId="645056831" sldId="301"/>
            <ac:spMk id="2" creationId="{F698A105-1A64-7D22-878C-0BC4BFF3536D}"/>
          </ac:spMkLst>
        </pc:spChg>
        <pc:spChg chg="add mod">
          <ac:chgData name="Guest User" userId="" providerId="Windows Live" clId="Web-{5E7377A5-73D6-4B98-2735-44CAE3A9F1C4}" dt="2026-02-02T10:43:40.068" v="1095" actId="20577"/>
          <ac:spMkLst>
            <pc:docMk/>
            <pc:sldMk cId="645056831" sldId="301"/>
            <ac:spMk id="3" creationId="{71A182C8-4A9F-1B30-429C-BFABFE48B8E8}"/>
          </ac:spMkLst>
        </pc:spChg>
        <pc:graphicFrameChg chg="add mod ord modGraphic">
          <ac:chgData name="Guest User" userId="" providerId="Windows Live" clId="Web-{5E7377A5-73D6-4B98-2735-44CAE3A9F1C4}" dt="2026-02-02T10:33:33.454" v="999"/>
          <ac:graphicFrameMkLst>
            <pc:docMk/>
            <pc:sldMk cId="645056831" sldId="301"/>
            <ac:graphicFrameMk id="9" creationId="{C317B1F9-C900-1DEF-529C-14197EC98AFF}"/>
          </ac:graphicFrameMkLst>
        </pc:graphicFrameChg>
      </pc:sldChg>
      <pc:sldChg chg="modSp new">
        <pc:chgData name="Guest User" userId="" providerId="Windows Live" clId="Web-{5E7377A5-73D6-4B98-2735-44CAE3A9F1C4}" dt="2026-02-02T10:31:38.420" v="934" actId="20577"/>
        <pc:sldMkLst>
          <pc:docMk/>
          <pc:sldMk cId="2077231155" sldId="304"/>
        </pc:sldMkLst>
        <pc:spChg chg="mod">
          <ac:chgData name="Guest User" userId="" providerId="Windows Live" clId="Web-{5E7377A5-73D6-4B98-2735-44CAE3A9F1C4}" dt="2026-02-02T10:31:38.420" v="934" actId="20577"/>
          <ac:spMkLst>
            <pc:docMk/>
            <pc:sldMk cId="2077231155" sldId="304"/>
            <ac:spMk id="2" creationId="{E3A71E51-F720-F0BC-1B61-6E92F1216416}"/>
          </ac:spMkLst>
        </pc:spChg>
        <pc:spChg chg="mod">
          <ac:chgData name="Guest User" userId="" providerId="Windows Live" clId="Web-{5E7377A5-73D6-4B98-2735-44CAE3A9F1C4}" dt="2026-02-02T10:31:32.576" v="933" actId="20577"/>
          <ac:spMkLst>
            <pc:docMk/>
            <pc:sldMk cId="2077231155" sldId="304"/>
            <ac:spMk id="3" creationId="{20C1486E-C13B-9D4D-4BB3-F148A553F146}"/>
          </ac:spMkLst>
        </pc:spChg>
      </pc:sldChg>
      <pc:sldChg chg="modSp new">
        <pc:chgData name="Guest User" userId="" providerId="Windows Live" clId="Web-{5E7377A5-73D6-4B98-2735-44CAE3A9F1C4}" dt="2026-02-02T10:34:12.767" v="1007" actId="20577"/>
        <pc:sldMkLst>
          <pc:docMk/>
          <pc:sldMk cId="449955558" sldId="307"/>
        </pc:sldMkLst>
        <pc:spChg chg="mod">
          <ac:chgData name="Guest User" userId="" providerId="Windows Live" clId="Web-{5E7377A5-73D6-4B98-2735-44CAE3A9F1C4}" dt="2026-02-02T10:34:00.501" v="1004" actId="20577"/>
          <ac:spMkLst>
            <pc:docMk/>
            <pc:sldMk cId="449955558" sldId="307"/>
            <ac:spMk id="2" creationId="{2FA5D625-7AE5-60D6-0D40-D8F7020618E2}"/>
          </ac:spMkLst>
        </pc:spChg>
        <pc:spChg chg="mod">
          <ac:chgData name="Guest User" userId="" providerId="Windows Live" clId="Web-{5E7377A5-73D6-4B98-2735-44CAE3A9F1C4}" dt="2026-02-02T10:34:12.767" v="1007" actId="20577"/>
          <ac:spMkLst>
            <pc:docMk/>
            <pc:sldMk cId="449955558" sldId="307"/>
            <ac:spMk id="3" creationId="{021B5022-4FA9-DD90-F54A-2F64A3FD556F}"/>
          </ac:spMkLst>
        </pc:spChg>
      </pc:sldChg>
      <pc:sldChg chg="addSp delSp modSp new">
        <pc:chgData name="Guest User" userId="" providerId="Windows Live" clId="Web-{5E7377A5-73D6-4B98-2735-44CAE3A9F1C4}" dt="2026-02-02T10:34:37.674" v="1010" actId="20577"/>
        <pc:sldMkLst>
          <pc:docMk/>
          <pc:sldMk cId="663429332" sldId="308"/>
        </pc:sldMkLst>
        <pc:spChg chg="mod">
          <ac:chgData name="Guest User" userId="" providerId="Windows Live" clId="Web-{5E7377A5-73D6-4B98-2735-44CAE3A9F1C4}" dt="2026-02-02T10:34:37.674" v="1010" actId="20577"/>
          <ac:spMkLst>
            <pc:docMk/>
            <pc:sldMk cId="663429332" sldId="308"/>
            <ac:spMk id="2" creationId="{1D6E81D6-FA73-05D0-12EE-B8BBF8493CCE}"/>
          </ac:spMkLst>
        </pc:spChg>
        <pc:spChg chg="add mod">
          <ac:chgData name="Guest User" userId="" providerId="Windows Live" clId="Web-{5E7377A5-73D6-4B98-2735-44CAE3A9F1C4}" dt="2026-02-02T10:34:30.986" v="1009" actId="20577"/>
          <ac:spMkLst>
            <pc:docMk/>
            <pc:sldMk cId="663429332" sldId="308"/>
            <ac:spMk id="4" creationId="{C819AAB7-5EA6-76B9-A14A-6EB9A1EA4606}"/>
          </ac:spMkLst>
        </pc:spChg>
      </pc:sldChg>
      <pc:sldChg chg="modSp">
        <pc:chgData name="Guest User" userId="" providerId="Windows Live" clId="Web-{5E7377A5-73D6-4B98-2735-44CAE3A9F1C4}" dt="2026-02-02T10:20:04.749" v="878" actId="20577"/>
        <pc:sldMkLst>
          <pc:docMk/>
          <pc:sldMk cId="3856639041" sldId="310"/>
        </pc:sldMkLst>
        <pc:spChg chg="mod">
          <ac:chgData name="Guest User" userId="" providerId="Windows Live" clId="Web-{5E7377A5-73D6-4B98-2735-44CAE3A9F1C4}" dt="2026-02-02T10:20:04.749" v="878" actId="20577"/>
          <ac:spMkLst>
            <pc:docMk/>
            <pc:sldMk cId="3856639041" sldId="310"/>
            <ac:spMk id="3" creationId="{907D0E77-58F7-E287-811E-9BDE3F93260F}"/>
          </ac:spMkLst>
        </pc:spChg>
      </pc:sldChg>
      <pc:sldChg chg="modSp new">
        <pc:chgData name="Guest User" userId="" providerId="Windows Live" clId="Web-{5E7377A5-73D6-4B98-2735-44CAE3A9F1C4}" dt="2026-02-02T11:01:10.950" v="1248" actId="20577"/>
        <pc:sldMkLst>
          <pc:docMk/>
          <pc:sldMk cId="1473785241" sldId="314"/>
        </pc:sldMkLst>
        <pc:spChg chg="mod">
          <ac:chgData name="Guest User" userId="" providerId="Windows Live" clId="Web-{5E7377A5-73D6-4B98-2735-44CAE3A9F1C4}" dt="2026-02-02T10:31:50.483" v="935" actId="20577"/>
          <ac:spMkLst>
            <pc:docMk/>
            <pc:sldMk cId="1473785241" sldId="314"/>
            <ac:spMk id="2" creationId="{C826D2C1-43E1-DC07-16F0-8DA16CB70B87}"/>
          </ac:spMkLst>
        </pc:spChg>
        <pc:spChg chg="mod">
          <ac:chgData name="Guest User" userId="" providerId="Windows Live" clId="Web-{5E7377A5-73D6-4B98-2735-44CAE3A9F1C4}" dt="2026-02-02T11:01:10.950" v="1248" actId="20577"/>
          <ac:spMkLst>
            <pc:docMk/>
            <pc:sldMk cId="1473785241" sldId="314"/>
            <ac:spMk id="3" creationId="{23679846-0812-3D30-E0D6-B3EC67DA9056}"/>
          </ac:spMkLst>
        </pc:spChg>
      </pc:sldChg>
      <pc:sldChg chg="addSp delSp modSp new">
        <pc:chgData name="Guest User" userId="" providerId="Windows Live" clId="Web-{5E7377A5-73D6-4B98-2735-44CAE3A9F1C4}" dt="2026-02-02T10:49:08.003" v="1180" actId="20577"/>
        <pc:sldMkLst>
          <pc:docMk/>
          <pc:sldMk cId="1227349534" sldId="317"/>
        </pc:sldMkLst>
        <pc:spChg chg="add del mod">
          <ac:chgData name="Guest User" userId="" providerId="Windows Live" clId="Web-{5E7377A5-73D6-4B98-2735-44CAE3A9F1C4}" dt="2026-02-02T10:49:08.003" v="1180" actId="20577"/>
          <ac:spMkLst>
            <pc:docMk/>
            <pc:sldMk cId="1227349534" sldId="317"/>
            <ac:spMk id="6" creationId="{B4D1808E-B9FA-FEC6-0E14-1A3E80694CEA}"/>
          </ac:spMkLst>
        </pc:spChg>
        <pc:picChg chg="add mod ord">
          <ac:chgData name="Guest User" userId="" providerId="Windows Live" clId="Web-{5E7377A5-73D6-4B98-2735-44CAE3A9F1C4}" dt="2026-02-02T10:47:56.001" v="1156" actId="1076"/>
          <ac:picMkLst>
            <pc:docMk/>
            <pc:sldMk cId="1227349534" sldId="317"/>
            <ac:picMk id="5" creationId="{104988EE-2AB8-D0A0-9F46-9D029E38FEDC}"/>
          </ac:picMkLst>
        </pc:picChg>
      </pc:sldChg>
    </pc:docChg>
  </pc:docChgLst>
  <pc:docChgLst>
    <pc:chgData name="Guest User" providerId="Windows Live" clId="Web-{1CF16920-FE56-B6DB-18A7-BEADED102576}"/>
    <pc:docChg chg="addSld modSld">
      <pc:chgData name="Guest User" userId="" providerId="Windows Live" clId="Web-{1CF16920-FE56-B6DB-18A7-BEADED102576}" dt="2026-02-01T10:37:12.655" v="368"/>
      <pc:docMkLst>
        <pc:docMk/>
      </pc:docMkLst>
      <pc:sldChg chg="modSp new">
        <pc:chgData name="Guest User" userId="" providerId="Windows Live" clId="Web-{1CF16920-FE56-B6DB-18A7-BEADED102576}" dt="2026-02-01T10:32:36.192" v="309" actId="20577"/>
        <pc:sldMkLst>
          <pc:docMk/>
          <pc:sldMk cId="2230651046" sldId="291"/>
        </pc:sldMkLst>
        <pc:spChg chg="mod">
          <ac:chgData name="Guest User" userId="" providerId="Windows Live" clId="Web-{1CF16920-FE56-B6DB-18A7-BEADED102576}" dt="2026-02-01T10:02:35.791" v="11" actId="20577"/>
          <ac:spMkLst>
            <pc:docMk/>
            <pc:sldMk cId="2230651046" sldId="291"/>
            <ac:spMk id="2" creationId="{89567965-983C-0A1E-440A-92FB8E647A55}"/>
          </ac:spMkLst>
        </pc:spChg>
        <pc:spChg chg="mod">
          <ac:chgData name="Guest User" userId="" providerId="Windows Live" clId="Web-{1CF16920-FE56-B6DB-18A7-BEADED102576}" dt="2026-02-01T10:32:36.192" v="309" actId="20577"/>
          <ac:spMkLst>
            <pc:docMk/>
            <pc:sldMk cId="2230651046" sldId="291"/>
            <ac:spMk id="3" creationId="{C32D304A-4B29-C3CA-46DA-5E165747B70D}"/>
          </ac:spMkLst>
        </pc:spChg>
      </pc:sldChg>
      <pc:sldChg chg="new">
        <pc:chgData name="Guest User" userId="" providerId="Windows Live" clId="Web-{1CF16920-FE56-B6DB-18A7-BEADED102576}" dt="2026-02-01T10:32:44.021" v="310"/>
        <pc:sldMkLst>
          <pc:docMk/>
          <pc:sldMk cId="2979848642" sldId="292"/>
        </pc:sldMkLst>
      </pc:sldChg>
      <pc:sldChg chg="addSp delSp modSp new">
        <pc:chgData name="Guest User" userId="" providerId="Windows Live" clId="Web-{1CF16920-FE56-B6DB-18A7-BEADED102576}" dt="2026-02-01T10:37:12.655" v="368"/>
        <pc:sldMkLst>
          <pc:docMk/>
          <pc:sldMk cId="3889151352" sldId="293"/>
        </pc:sldMkLst>
        <pc:spChg chg="mod">
          <ac:chgData name="Guest User" userId="" providerId="Windows Live" clId="Web-{1CF16920-FE56-B6DB-18A7-BEADED102576}" dt="2026-02-01T10:34:27.730" v="312" actId="20577"/>
          <ac:spMkLst>
            <pc:docMk/>
            <pc:sldMk cId="3889151352" sldId="293"/>
            <ac:spMk id="2" creationId="{46E8DF33-DC61-925B-2445-F6B17727F0C4}"/>
          </ac:spMkLst>
        </pc:spChg>
      </pc:sldChg>
    </pc:docChg>
  </pc:docChgLst>
  <pc:docChgLst>
    <pc:chgData name="Saket Jonwal" userId="e987aff2cc526e99" providerId="LiveId" clId="{E7F24A9B-30E1-403B-835C-32C2FE2C0384}"/>
    <pc:docChg chg="undo redo custSel addSld delSld modSld sldOrd">
      <pc:chgData name="Saket Jonwal" userId="e987aff2cc526e99" providerId="LiveId" clId="{E7F24A9B-30E1-403B-835C-32C2FE2C0384}" dt="2026-02-14T20:34:51.459" v="1003" actId="21"/>
      <pc:docMkLst>
        <pc:docMk/>
      </pc:docMkLst>
      <pc:sldChg chg="ord">
        <pc:chgData name="Saket Jonwal" userId="e987aff2cc526e99" providerId="LiveId" clId="{E7F24A9B-30E1-403B-835C-32C2FE2C0384}" dt="2026-02-01T09:11:16.745" v="14"/>
        <pc:sldMkLst>
          <pc:docMk/>
          <pc:sldMk cId="1544302913" sldId="268"/>
        </pc:sldMkLst>
      </pc:sldChg>
      <pc:sldChg chg="addSp modSp new mod modClrScheme chgLayout">
        <pc:chgData name="Saket Jonwal" userId="e987aff2cc526e99" providerId="LiveId" clId="{E7F24A9B-30E1-403B-835C-32C2FE2C0384}" dt="2026-02-01T09:26:47.346" v="321" actId="1076"/>
        <pc:sldMkLst>
          <pc:docMk/>
          <pc:sldMk cId="2204515944" sldId="269"/>
        </pc:sldMkLst>
        <pc:spChg chg="mod">
          <ac:chgData name="Saket Jonwal" userId="e987aff2cc526e99" providerId="LiveId" clId="{E7F24A9B-30E1-403B-835C-32C2FE2C0384}" dt="2026-02-01T09:25:29.558" v="312" actId="26606"/>
          <ac:spMkLst>
            <pc:docMk/>
            <pc:sldMk cId="2204515944" sldId="269"/>
            <ac:spMk id="2" creationId="{7542BACC-DD30-DA40-49A4-31EEEB246AFD}"/>
          </ac:spMkLst>
        </pc:spChg>
        <pc:spChg chg="mod">
          <ac:chgData name="Saket Jonwal" userId="e987aff2cc526e99" providerId="LiveId" clId="{E7F24A9B-30E1-403B-835C-32C2FE2C0384}" dt="2026-02-01T09:26:47.346" v="321" actId="1076"/>
          <ac:spMkLst>
            <pc:docMk/>
            <pc:sldMk cId="2204515944" sldId="269"/>
            <ac:spMk id="3" creationId="{8A00A412-499E-DF80-030D-E2ACD10D9F0C}"/>
          </ac:spMkLst>
        </pc:spChg>
        <pc:picChg chg="add mod modCrop">
          <ac:chgData name="Saket Jonwal" userId="e987aff2cc526e99" providerId="LiveId" clId="{E7F24A9B-30E1-403B-835C-32C2FE2C0384}" dt="2026-02-01T09:26:43.572" v="320" actId="1076"/>
          <ac:picMkLst>
            <pc:docMk/>
            <pc:sldMk cId="2204515944" sldId="269"/>
            <ac:picMk id="5" creationId="{A65F2C70-5A4F-694F-3663-113B130F0716}"/>
          </ac:picMkLst>
        </pc:picChg>
      </pc:sldChg>
      <pc:sldChg chg="modSp add mod">
        <pc:chgData name="Saket Jonwal" userId="e987aff2cc526e99" providerId="LiveId" clId="{E7F24A9B-30E1-403B-835C-32C2FE2C0384}" dt="2026-02-01T09:17:57.932" v="133" actId="2711"/>
        <pc:sldMkLst>
          <pc:docMk/>
          <pc:sldMk cId="1388114605" sldId="285"/>
        </pc:sldMkLst>
        <pc:spChg chg="mod">
          <ac:chgData name="Saket Jonwal" userId="e987aff2cc526e99" providerId="LiveId" clId="{E7F24A9B-30E1-403B-835C-32C2FE2C0384}" dt="2026-02-01T09:14:47.900" v="89" actId="1076"/>
          <ac:spMkLst>
            <pc:docMk/>
            <pc:sldMk cId="1388114605" sldId="285"/>
            <ac:spMk id="2" creationId="{76B722B6-D137-C624-2FFF-D9EA299C3FBE}"/>
          </ac:spMkLst>
        </pc:spChg>
        <pc:spChg chg="mod">
          <ac:chgData name="Saket Jonwal" userId="e987aff2cc526e99" providerId="LiveId" clId="{E7F24A9B-30E1-403B-835C-32C2FE2C0384}" dt="2026-02-01T09:17:57.932" v="133" actId="2711"/>
          <ac:spMkLst>
            <pc:docMk/>
            <pc:sldMk cId="1388114605" sldId="285"/>
            <ac:spMk id="3" creationId="{A100CDBF-0843-E8EF-0EE5-FBD445137167}"/>
          </ac:spMkLst>
        </pc:spChg>
      </pc:sldChg>
      <pc:sldChg chg="modSp new mod">
        <pc:chgData name="Saket Jonwal" userId="e987aff2cc526e99" providerId="LiveId" clId="{E7F24A9B-30E1-403B-835C-32C2FE2C0384}" dt="2026-02-02T10:31:49.723" v="910" actId="20577"/>
        <pc:sldMkLst>
          <pc:docMk/>
          <pc:sldMk cId="341981970" sldId="286"/>
        </pc:sldMkLst>
        <pc:spChg chg="mod">
          <ac:chgData name="Saket Jonwal" userId="e987aff2cc526e99" providerId="LiveId" clId="{E7F24A9B-30E1-403B-835C-32C2FE2C0384}" dt="2026-02-01T09:17:49.692" v="132" actId="255"/>
          <ac:spMkLst>
            <pc:docMk/>
            <pc:sldMk cId="341981970" sldId="286"/>
            <ac:spMk id="2" creationId="{6AC74D00-09E5-47B2-655E-CF40FA4E6AD0}"/>
          </ac:spMkLst>
        </pc:spChg>
        <pc:spChg chg="mod">
          <ac:chgData name="Saket Jonwal" userId="e987aff2cc526e99" providerId="LiveId" clId="{E7F24A9B-30E1-403B-835C-32C2FE2C0384}" dt="2026-02-02T10:31:49.723" v="910" actId="20577"/>
          <ac:spMkLst>
            <pc:docMk/>
            <pc:sldMk cId="341981970" sldId="286"/>
            <ac:spMk id="3" creationId="{BA9B27C6-F364-8843-BBD3-1CDF1DB5AAE6}"/>
          </ac:spMkLst>
        </pc:spChg>
      </pc:sldChg>
      <pc:sldChg chg="modSp new mod">
        <pc:chgData name="Saket Jonwal" userId="e987aff2cc526e99" providerId="LiveId" clId="{E7F24A9B-30E1-403B-835C-32C2FE2C0384}" dt="2026-02-01T13:44:11.326" v="858" actId="1076"/>
        <pc:sldMkLst>
          <pc:docMk/>
          <pc:sldMk cId="4184372375" sldId="287"/>
        </pc:sldMkLst>
        <pc:spChg chg="mod">
          <ac:chgData name="Saket Jonwal" userId="e987aff2cc526e99" providerId="LiveId" clId="{E7F24A9B-30E1-403B-835C-32C2FE2C0384}" dt="2026-02-01T13:44:11.326" v="858" actId="1076"/>
          <ac:spMkLst>
            <pc:docMk/>
            <pc:sldMk cId="4184372375" sldId="287"/>
            <ac:spMk id="2" creationId="{42CBBE8D-06C7-C264-4774-08CE104B5AC8}"/>
          </ac:spMkLst>
        </pc:spChg>
        <pc:spChg chg="mod">
          <ac:chgData name="Saket Jonwal" userId="e987aff2cc526e99" providerId="LiveId" clId="{E7F24A9B-30E1-403B-835C-32C2FE2C0384}" dt="2026-02-01T13:44:06.882" v="857" actId="1076"/>
          <ac:spMkLst>
            <pc:docMk/>
            <pc:sldMk cId="4184372375" sldId="287"/>
            <ac:spMk id="3" creationId="{5C2D3604-073E-F4DC-83A3-68210C85DD22}"/>
          </ac:spMkLst>
        </pc:spChg>
      </pc:sldChg>
      <pc:sldChg chg="addSp delSp modSp new mod modClrScheme chgLayout">
        <pc:chgData name="Saket Jonwal" userId="e987aff2cc526e99" providerId="LiveId" clId="{E7F24A9B-30E1-403B-835C-32C2FE2C0384}" dt="2026-02-01T10:42:15.818" v="457" actId="1076"/>
        <pc:sldMkLst>
          <pc:docMk/>
          <pc:sldMk cId="605425533" sldId="289"/>
        </pc:sldMkLst>
        <pc:spChg chg="mod">
          <ac:chgData name="Saket Jonwal" userId="e987aff2cc526e99" providerId="LiveId" clId="{E7F24A9B-30E1-403B-835C-32C2FE2C0384}" dt="2026-02-01T10:41:44.939" v="448" actId="14100"/>
          <ac:spMkLst>
            <pc:docMk/>
            <pc:sldMk cId="605425533" sldId="289"/>
            <ac:spMk id="2" creationId="{5CBC1C17-0E6D-EEBC-5CCE-A19C40FFED82}"/>
          </ac:spMkLst>
        </pc:spChg>
        <pc:spChg chg="add del mod">
          <ac:chgData name="Saket Jonwal" userId="e987aff2cc526e99" providerId="LiveId" clId="{E7F24A9B-30E1-403B-835C-32C2FE2C0384}" dt="2026-02-01T10:42:11.123" v="456" actId="2711"/>
          <ac:spMkLst>
            <pc:docMk/>
            <pc:sldMk cId="605425533" sldId="289"/>
            <ac:spMk id="6" creationId="{03096A41-49BA-275B-05BE-B74BB844F24C}"/>
          </ac:spMkLst>
        </pc:spChg>
        <pc:picChg chg="add mod ord modCrop">
          <ac:chgData name="Saket Jonwal" userId="e987aff2cc526e99" providerId="LiveId" clId="{E7F24A9B-30E1-403B-835C-32C2FE2C0384}" dt="2026-02-01T10:42:15.818" v="457" actId="1076"/>
          <ac:picMkLst>
            <pc:docMk/>
            <pc:sldMk cId="605425533" sldId="289"/>
            <ac:picMk id="5" creationId="{EA303793-5E0A-E365-63E6-741A598C9AB4}"/>
          </ac:picMkLst>
        </pc:picChg>
      </pc:sldChg>
      <pc:sldChg chg="modSp mod">
        <pc:chgData name="Saket Jonwal" userId="e987aff2cc526e99" providerId="LiveId" clId="{E7F24A9B-30E1-403B-835C-32C2FE2C0384}" dt="2026-02-02T10:35:30.756" v="945" actId="20577"/>
        <pc:sldMkLst>
          <pc:docMk/>
          <pc:sldMk cId="2979848642" sldId="292"/>
        </pc:sldMkLst>
        <pc:spChg chg="mod">
          <ac:chgData name="Saket Jonwal" userId="e987aff2cc526e99" providerId="LiveId" clId="{E7F24A9B-30E1-403B-835C-32C2FE2C0384}" dt="2026-02-02T10:35:30.756" v="945" actId="20577"/>
          <ac:spMkLst>
            <pc:docMk/>
            <pc:sldMk cId="2979848642" sldId="292"/>
            <ac:spMk id="3" creationId="{BA14D3A6-1E21-5363-45CA-701793567081}"/>
          </ac:spMkLst>
        </pc:spChg>
      </pc:sldChg>
      <pc:sldChg chg="modSp new mod">
        <pc:chgData name="Saket Jonwal" userId="e987aff2cc526e99" providerId="LiveId" clId="{E7F24A9B-30E1-403B-835C-32C2FE2C0384}" dt="2026-02-01T11:08:48.656" v="482" actId="1076"/>
        <pc:sldMkLst>
          <pc:docMk/>
          <pc:sldMk cId="754731153" sldId="294"/>
        </pc:sldMkLst>
        <pc:spChg chg="mod">
          <ac:chgData name="Saket Jonwal" userId="e987aff2cc526e99" providerId="LiveId" clId="{E7F24A9B-30E1-403B-835C-32C2FE2C0384}" dt="2026-02-01T11:08:48.656" v="482" actId="1076"/>
          <ac:spMkLst>
            <pc:docMk/>
            <pc:sldMk cId="754731153" sldId="294"/>
            <ac:spMk id="2" creationId="{64A6E0E9-A36D-5B96-871C-9B477D1A9623}"/>
          </ac:spMkLst>
        </pc:spChg>
        <pc:spChg chg="mod">
          <ac:chgData name="Saket Jonwal" userId="e987aff2cc526e99" providerId="LiveId" clId="{E7F24A9B-30E1-403B-835C-32C2FE2C0384}" dt="2026-02-01T11:08:44.656" v="481" actId="1076"/>
          <ac:spMkLst>
            <pc:docMk/>
            <pc:sldMk cId="754731153" sldId="294"/>
            <ac:spMk id="3" creationId="{044C3079-B9B9-6DA1-CC38-95C243682E6F}"/>
          </ac:spMkLst>
        </pc:spChg>
      </pc:sldChg>
      <pc:sldChg chg="modSp add mod">
        <pc:chgData name="Saket Jonwal" userId="e987aff2cc526e99" providerId="LiveId" clId="{E7F24A9B-30E1-403B-835C-32C2FE2C0384}" dt="2026-02-01T11:29:45.522" v="595" actId="14100"/>
        <pc:sldMkLst>
          <pc:docMk/>
          <pc:sldMk cId="3275095874" sldId="297"/>
        </pc:sldMkLst>
        <pc:spChg chg="mod">
          <ac:chgData name="Saket Jonwal" userId="e987aff2cc526e99" providerId="LiveId" clId="{E7F24A9B-30E1-403B-835C-32C2FE2C0384}" dt="2026-02-01T11:29:45.522" v="595" actId="14100"/>
          <ac:spMkLst>
            <pc:docMk/>
            <pc:sldMk cId="3275095874" sldId="297"/>
            <ac:spMk id="2" creationId="{19DC3052-59B9-D7A2-4D4F-A2FA776BBD79}"/>
          </ac:spMkLst>
        </pc:spChg>
        <pc:spChg chg="mod">
          <ac:chgData name="Saket Jonwal" userId="e987aff2cc526e99" providerId="LiveId" clId="{E7F24A9B-30E1-403B-835C-32C2FE2C0384}" dt="2026-02-01T11:29:28.806" v="592" actId="27636"/>
          <ac:spMkLst>
            <pc:docMk/>
            <pc:sldMk cId="3275095874" sldId="297"/>
            <ac:spMk id="3" creationId="{F8447160-8706-4BFA-B8C1-5162E6C8924F}"/>
          </ac:spMkLst>
        </pc:spChg>
      </pc:sldChg>
      <pc:sldChg chg="delSp modSp new add del mod">
        <pc:chgData name="Saket Jonwal" userId="e987aff2cc526e99" providerId="LiveId" clId="{E7F24A9B-30E1-403B-835C-32C2FE2C0384}" dt="2026-02-01T13:57:23.813" v="884" actId="1076"/>
        <pc:sldMkLst>
          <pc:docMk/>
          <pc:sldMk cId="890819336" sldId="305"/>
        </pc:sldMkLst>
        <pc:spChg chg="mod">
          <ac:chgData name="Saket Jonwal" userId="e987aff2cc526e99" providerId="LiveId" clId="{E7F24A9B-30E1-403B-835C-32C2FE2C0384}" dt="2026-02-01T13:57:23.813" v="884" actId="1076"/>
          <ac:spMkLst>
            <pc:docMk/>
            <pc:sldMk cId="890819336" sldId="305"/>
            <ac:spMk id="3" creationId="{70B3F3D9-6C9B-0186-4E4B-F685E40C4A95}"/>
          </ac:spMkLst>
        </pc:spChg>
      </pc:sldChg>
      <pc:sldChg chg="addSp delSp modSp new mod">
        <pc:chgData name="Saket Jonwal" userId="e987aff2cc526e99" providerId="LiveId" clId="{E7F24A9B-30E1-403B-835C-32C2FE2C0384}" dt="2026-02-14T20:34:51.459" v="1003" actId="21"/>
        <pc:sldMkLst>
          <pc:docMk/>
          <pc:sldMk cId="647779714" sldId="306"/>
        </pc:sldMkLst>
        <pc:spChg chg="mod">
          <ac:chgData name="Saket Jonwal" userId="e987aff2cc526e99" providerId="LiveId" clId="{E7F24A9B-30E1-403B-835C-32C2FE2C0384}" dt="2026-02-01T11:45:27.561" v="650" actId="1076"/>
          <ac:spMkLst>
            <pc:docMk/>
            <pc:sldMk cId="647779714" sldId="306"/>
            <ac:spMk id="2" creationId="{B35969BC-7F23-B105-C607-1DE4FE65E692}"/>
          </ac:spMkLst>
        </pc:spChg>
        <pc:spChg chg="mod">
          <ac:chgData name="Saket Jonwal" userId="e987aff2cc526e99" providerId="LiveId" clId="{E7F24A9B-30E1-403B-835C-32C2FE2C0384}" dt="2026-02-14T20:34:51.459" v="1003" actId="21"/>
          <ac:spMkLst>
            <pc:docMk/>
            <pc:sldMk cId="647779714" sldId="306"/>
            <ac:spMk id="3" creationId="{86672D93-7246-8F74-A54A-9EECC0F6A1E6}"/>
          </ac:spMkLst>
        </pc:spChg>
      </pc:sldChg>
      <pc:sldChg chg="modSp new add del mod">
        <pc:chgData name="Saket Jonwal" userId="e987aff2cc526e99" providerId="LiveId" clId="{E7F24A9B-30E1-403B-835C-32C2FE2C0384}" dt="2026-02-02T11:15:20.566" v="972"/>
        <pc:sldMkLst>
          <pc:docMk/>
          <pc:sldMk cId="3856639041" sldId="310"/>
        </pc:sldMkLst>
        <pc:spChg chg="mod">
          <ac:chgData name="Saket Jonwal" userId="e987aff2cc526e99" providerId="LiveId" clId="{E7F24A9B-30E1-403B-835C-32C2FE2C0384}" dt="2026-02-02T11:15:18.935" v="967" actId="1076"/>
          <ac:spMkLst>
            <pc:docMk/>
            <pc:sldMk cId="3856639041" sldId="310"/>
            <ac:spMk id="2" creationId="{6A4E9899-39CA-E50D-DEEB-0F22CEA5E5B5}"/>
          </ac:spMkLst>
        </pc:spChg>
        <pc:spChg chg="mod">
          <ac:chgData name="Saket Jonwal" userId="e987aff2cc526e99" providerId="LiveId" clId="{E7F24A9B-30E1-403B-835C-32C2FE2C0384}" dt="2026-02-02T11:15:20.566" v="972"/>
          <ac:spMkLst>
            <pc:docMk/>
            <pc:sldMk cId="3856639041" sldId="310"/>
            <ac:spMk id="3" creationId="{907D0E77-58F7-E287-811E-9BDE3F93260F}"/>
          </ac:spMkLst>
        </pc:spChg>
      </pc:sldChg>
      <pc:sldChg chg="modSp new mod">
        <pc:chgData name="Saket Jonwal" userId="e987aff2cc526e99" providerId="LiveId" clId="{E7F24A9B-30E1-403B-835C-32C2FE2C0384}" dt="2026-02-02T10:56:51.987" v="948" actId="5793"/>
        <pc:sldMkLst>
          <pc:docMk/>
          <pc:sldMk cId="3370716346" sldId="315"/>
        </pc:sldMkLst>
        <pc:spChg chg="mod">
          <ac:chgData name="Saket Jonwal" userId="e987aff2cc526e99" providerId="LiveId" clId="{E7F24A9B-30E1-403B-835C-32C2FE2C0384}" dt="2026-02-01T13:41:51.862" v="855" actId="1076"/>
          <ac:spMkLst>
            <pc:docMk/>
            <pc:sldMk cId="3370716346" sldId="315"/>
            <ac:spMk id="2" creationId="{D819DC55-554D-1957-AF3D-80F4546265E5}"/>
          </ac:spMkLst>
        </pc:spChg>
        <pc:spChg chg="mod">
          <ac:chgData name="Saket Jonwal" userId="e987aff2cc526e99" providerId="LiveId" clId="{E7F24A9B-30E1-403B-835C-32C2FE2C0384}" dt="2026-02-02T10:56:51.987" v="948" actId="5793"/>
          <ac:spMkLst>
            <pc:docMk/>
            <pc:sldMk cId="3370716346" sldId="315"/>
            <ac:spMk id="3" creationId="{16839659-8FA4-92F7-7DE8-AD550E26F6AA}"/>
          </ac:spMkLst>
        </pc:spChg>
      </pc:sldChg>
      <pc:sldChg chg="modSp new mod">
        <pc:chgData name="Saket Jonwal" userId="e987aff2cc526e99" providerId="LiveId" clId="{E7F24A9B-30E1-403B-835C-32C2FE2C0384}" dt="2026-02-01T13:55:31.962" v="883" actId="1076"/>
        <pc:sldMkLst>
          <pc:docMk/>
          <pc:sldMk cId="3612956404" sldId="316"/>
        </pc:sldMkLst>
        <pc:spChg chg="mod">
          <ac:chgData name="Saket Jonwal" userId="e987aff2cc526e99" providerId="LiveId" clId="{E7F24A9B-30E1-403B-835C-32C2FE2C0384}" dt="2026-02-01T13:55:25.248" v="882" actId="5793"/>
          <ac:spMkLst>
            <pc:docMk/>
            <pc:sldMk cId="3612956404" sldId="316"/>
            <ac:spMk id="2" creationId="{73B215BE-9FAE-F1EB-DEC0-3FFAC702E457}"/>
          </ac:spMkLst>
        </pc:spChg>
        <pc:spChg chg="mod">
          <ac:chgData name="Saket Jonwal" userId="e987aff2cc526e99" providerId="LiveId" clId="{E7F24A9B-30E1-403B-835C-32C2FE2C0384}" dt="2026-02-01T13:55:31.962" v="883" actId="1076"/>
          <ac:spMkLst>
            <pc:docMk/>
            <pc:sldMk cId="3612956404" sldId="316"/>
            <ac:spMk id="3" creationId="{F93AA126-4BE7-4E3E-46AD-92D68C31D3C9}"/>
          </ac:spMkLst>
        </pc:spChg>
      </pc:sldChg>
      <pc:sldChg chg="delSp modSp new mod">
        <pc:chgData name="Saket Jonwal" userId="e987aff2cc526e99" providerId="LiveId" clId="{E7F24A9B-30E1-403B-835C-32C2FE2C0384}" dt="2026-02-02T11:16:09.150" v="986" actId="20577"/>
        <pc:sldMkLst>
          <pc:docMk/>
          <pc:sldMk cId="1265562321" sldId="318"/>
        </pc:sldMkLst>
        <pc:spChg chg="mod">
          <ac:chgData name="Saket Jonwal" userId="e987aff2cc526e99" providerId="LiveId" clId="{E7F24A9B-30E1-403B-835C-32C2FE2C0384}" dt="2026-02-02T11:16:09.150" v="986" actId="20577"/>
          <ac:spMkLst>
            <pc:docMk/>
            <pc:sldMk cId="1265562321" sldId="318"/>
            <ac:spMk id="3" creationId="{34F5683A-F1FB-754A-0A50-8A3A533EA3A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41DB8-B66F-4DC8-A96E-33677E0F90FF}" type="datetimeFigureOut">
              <a:rPr lang="en-US" smtClean="0"/>
              <a:t>2/15/2026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04A0D4-B89B-4ADD-AF9E-38636B40EE4E}" type="slidenum">
              <a:rPr lang="en-US" smtClean="0"/>
              <a:t>‹#›</a:t>
            </a:fld>
            <a:endParaRPr lang="en-US"/>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49C4A-65AC-492D-9701-81B46C3AD0E4}" type="datetimeFigureOut">
              <a:rPr lang="en-US" smtClean="0"/>
              <a:t>2/15/2026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869989-EB00-4EE7-BCB5-25BDC5BB29F8}" type="slidenum">
              <a:rPr lang="en-US" smtClean="0"/>
              <a:t>‹#›</a:t>
            </a:fld>
            <a:endParaRPr lang="en-US"/>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userDrawn="1"/>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userDrawn="1"/>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userDrawn="1"/>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58" name="Straight Connector 57"/>
          <p:cNvCxnSpPr/>
          <p:nvPr userDrawn="1"/>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AE374B5B-21A0-4192-BF4C-38187F1A68D8}" type="datetime1">
              <a:rPr lang="en-US" smtClean="0"/>
              <a:t>2/15/2026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userDrawn="1"/>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userDrawn="1"/>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userDrawn="1"/>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cxnSp>
        <p:nvCxnSpPr>
          <p:cNvPr id="58" name="Straight Connector 57"/>
          <p:cNvCxnSpPr/>
          <p:nvPr userDrawn="1"/>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a:t>Add a footer</a:t>
            </a:r>
          </a:p>
        </p:txBody>
      </p:sp>
      <p:sp>
        <p:nvSpPr>
          <p:cNvPr id="5" name="Date Placeholder 4"/>
          <p:cNvSpPr>
            <a:spLocks noGrp="1"/>
          </p:cNvSpPr>
          <p:nvPr>
            <p:ph type="dt" sz="half" idx="10"/>
          </p:nvPr>
        </p:nvSpPr>
        <p:spPr/>
        <p:txBody>
          <a:bodyPr/>
          <a:lstStyle/>
          <a:p>
            <a:fld id="{33B5CF7C-B333-48E1-A4A6-83A3C8B73AC0}" type="datetime1">
              <a:rPr lang="en-US" smtClean="0"/>
              <a:t>2/15/2026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Add a footer</a:t>
            </a:r>
          </a:p>
        </p:txBody>
      </p:sp>
      <p:sp>
        <p:nvSpPr>
          <p:cNvPr id="7" name="Date Placeholder 6"/>
          <p:cNvSpPr>
            <a:spLocks noGrp="1"/>
          </p:cNvSpPr>
          <p:nvPr>
            <p:ph type="dt" sz="half" idx="10"/>
          </p:nvPr>
        </p:nvSpPr>
        <p:spPr/>
        <p:txBody>
          <a:bodyPr/>
          <a:lstStyle/>
          <a:p>
            <a:fld id="{AE320762-5CBF-4210-AB54-376B091119F8}" type="datetime1">
              <a:rPr lang="en-US" smtClean="0"/>
              <a:t>2/15/2026</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a:t>Add a footer</a:t>
            </a:r>
          </a:p>
        </p:txBody>
      </p:sp>
      <p:sp>
        <p:nvSpPr>
          <p:cNvPr id="3" name="Date Placeholder 2"/>
          <p:cNvSpPr>
            <a:spLocks noGrp="1"/>
          </p:cNvSpPr>
          <p:nvPr>
            <p:ph type="dt" sz="half" idx="10"/>
          </p:nvPr>
        </p:nvSpPr>
        <p:spPr/>
        <p:txBody>
          <a:bodyPr/>
          <a:lstStyle/>
          <a:p>
            <a:fld id="{7F0DB371-BF5F-4058-A212-1A908E4D2674}" type="datetime1">
              <a:rPr lang="en-US" smtClean="0"/>
              <a:t>2/15/2026</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userDrawn="1"/>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userDrawn="1"/>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r>
              <a:rPr lang="en-US"/>
              <a:t>Add a footer</a:t>
            </a:r>
          </a:p>
        </p:txBody>
      </p:sp>
      <p:sp>
        <p:nvSpPr>
          <p:cNvPr id="212" name="Date Placeholder 211"/>
          <p:cNvSpPr>
            <a:spLocks noGrp="1"/>
          </p:cNvSpPr>
          <p:nvPr>
            <p:ph type="dt" sz="half" idx="10"/>
          </p:nvPr>
        </p:nvSpPr>
        <p:spPr/>
        <p:txBody>
          <a:bodyPr/>
          <a:lstStyle/>
          <a:p>
            <a:fld id="{60A4083B-90AA-48CF-BAD5-00AA24D7F288}" type="datetime1">
              <a:rPr lang="en-US" smtClean="0"/>
              <a:t>2/15/2026</a:t>
            </a:fld>
            <a:endParaRPr lang="en-US"/>
          </a:p>
        </p:txBody>
      </p:sp>
      <p:sp>
        <p:nvSpPr>
          <p:cNvPr id="214" name="Slide Number Placeholder 213"/>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userDrawn="1"/>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userDrawn="1"/>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userDrawn="1"/>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userDrawn="1"/>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r>
              <a:rPr lang="en-US"/>
              <a:t>Add a footer</a:t>
            </a:r>
          </a:p>
        </p:txBody>
      </p:sp>
      <p:sp>
        <p:nvSpPr>
          <p:cNvPr id="5" name="Date Placeholder 4"/>
          <p:cNvSpPr>
            <a:spLocks noGrp="1"/>
          </p:cNvSpPr>
          <p:nvPr>
            <p:ph type="dt" sz="half" idx="10"/>
          </p:nvPr>
        </p:nvSpPr>
        <p:spPr/>
        <p:txBody>
          <a:bodyPr/>
          <a:lstStyle>
            <a:lvl1pPr>
              <a:defRPr>
                <a:solidFill>
                  <a:schemeClr val="bg1"/>
                </a:solidFill>
              </a:defRPr>
            </a:lvl1pPr>
          </a:lstStyle>
          <a:p>
            <a:fld id="{F5BAF629-ECA2-4CF3-B790-9D9BDED98269}" type="datetime1">
              <a:rPr lang="en-US" smtClean="0"/>
              <a:pPr/>
              <a:t>2/15/2026</a:t>
            </a:fld>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384A29A4-78C8-47AB-BA06-22CB45938951}" type="datetime1">
              <a:rPr lang="en-US" smtClean="0"/>
              <a:t>2/15/2026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E1ED4ACF-2D82-46F2-A8E9-23963AA34E86}" type="datetime1">
              <a:rPr lang="en-US" smtClean="0"/>
              <a:t>2/15/2026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userDrawn="1"/>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userDrawn="1"/>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userDrawn="1"/>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8" name="Straight Connector 147"/>
          <p:cNvCxnSpPr/>
          <p:nvPr userDrawn="1"/>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r>
              <a:rPr lang="en-US"/>
              <a:t>Add a footer</a:t>
            </a:r>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B51B2453-8663-4C69-AF73-9FD7B1DEC5D0}" type="datetime1">
              <a:rPr lang="en-US" smtClean="0"/>
              <a:pPr/>
              <a:t>2/15/2026</a:t>
            </a:fld>
            <a:endParaRPr lang="en-US"/>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upload.wikimedia.org/wikipedia/commons/thumb/3/32/Cross-flow.svg/500px-Cross-flow.svg.png"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ars.els-cdn.com/content/image/1-s2.0-S0378517325003576-ga1.jpg"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ubrigene.com/wp-content/uploads/2024/10/Need-Aseptic-Fill-Finish-Support.jpg"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hyperlink" Target="https://data.epo.org/publication-server/rest/v1.2/patents/EP4442256NWA1/document.html" TargetMode="External"/><Relationship Id="rId3" Type="http://schemas.openxmlformats.org/officeDocument/2006/relationships/hyperlink" Target="https://pubmed.ncbi.nlm.nih.gov/40139451/" TargetMode="External"/><Relationship Id="rId7" Type="http://schemas.openxmlformats.org/officeDocument/2006/relationships/hyperlink" Target="https://www.researchgate.net/publication/361170223_Lipid_nanoparticle_formulations_for_optimal_RNA-based_topical_delivery_to_murine_airways" TargetMode="External"/><Relationship Id="rId2" Type="http://schemas.openxmlformats.org/officeDocument/2006/relationships/hyperlink" Target="https://www.sciencedirect.com/science/article/abs/pii/S0378517325003576" TargetMode="External"/><Relationship Id="rId1" Type="http://schemas.openxmlformats.org/officeDocument/2006/relationships/slideLayout" Target="../slideLayouts/slideLayout2.xml"/><Relationship Id="rId6" Type="http://schemas.openxmlformats.org/officeDocument/2006/relationships/hyperlink" Target="https://advanced.onlinelibrary.wiley.com/doi/10.1002/adma.202419538" TargetMode="External"/><Relationship Id="rId5" Type="http://schemas.openxmlformats.org/officeDocument/2006/relationships/hyperlink" Target="https://www.sharpservices.com/expert-content/beyond-lipids-the-science-of-lnp-manufacturing-and-fill-finish/" TargetMode="External"/><Relationship Id="rId10" Type="http://schemas.openxmlformats.org/officeDocument/2006/relationships/hyperlink" Target="https://patentimages.storage.googleapis.com/b9/d6/94/1da620d0bbb5a7/US20230414747A1.pdf" TargetMode="External"/><Relationship Id="rId4" Type="http://schemas.openxmlformats.org/officeDocument/2006/relationships/hyperlink" Target="https://www.cytivalifesciences.com/en/us/insights/filtration-of-nucleic-acids-and-lnps-in-mrna-manufacture?utm_source=chatgpt.com" TargetMode="External"/><Relationship Id="rId9" Type="http://schemas.openxmlformats.org/officeDocument/2006/relationships/hyperlink" Target="https://patentimages.storage.googleapis.com/4b/d7/bf/442f9a59aba04c/US11191849.pdf" TargetMode="External"/></Relationships>
</file>

<file path=ppt/slides/_rels/slide31.xml.rels><?xml version="1.0" encoding="UTF-8" standalone="yes"?>
<Relationships xmlns="http://schemas.openxmlformats.org/package/2006/relationships"><Relationship Id="rId8" Type="http://schemas.openxmlformats.org/officeDocument/2006/relationships/hyperlink" Target="https://pubs.acs.org/doi/full/10.1021/op400358b" TargetMode="External"/><Relationship Id="rId3" Type="http://schemas.openxmlformats.org/officeDocument/2006/relationships/hyperlink" Target="https://www.tandfonline.com/doi/full/10.1517/17425247.2012.673278#d1e579" TargetMode="External"/><Relationship Id="rId7" Type="http://schemas.openxmlformats.org/officeDocument/2006/relationships/hyperlink" Target="https://pubs.rsc.org/en/content/articlehtml/2010/ay/c0ay00257g" TargetMode="External"/><Relationship Id="rId2" Type="http://schemas.openxmlformats.org/officeDocument/2006/relationships/hyperlink" Target="https://pubs.acs.org/doi/full/10.1021/acs.accounts.1c00544" TargetMode="External"/><Relationship Id="rId1" Type="http://schemas.openxmlformats.org/officeDocument/2006/relationships/slideLayout" Target="../slideLayouts/slideLayout2.xml"/><Relationship Id="rId6" Type="http://schemas.openxmlformats.org/officeDocument/2006/relationships/hyperlink" Target="https://link.springer.com/article/10.1007/s00216-010-3781-x#Sec8" TargetMode="External"/><Relationship Id="rId5" Type="http://schemas.openxmlformats.org/officeDocument/2006/relationships/hyperlink" Target="https://www.tandfonline.com/doi/full/10.2147/IJN.S123062#d1e182" TargetMode="External"/><Relationship Id="rId4" Type="http://schemas.openxmlformats.org/officeDocument/2006/relationships/hyperlink" Target="https://www.nature.com/articles/s41578-021-00358-0"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5471F8-55B2-3E4C-9B73-C3DB1A893BE2}"/>
              </a:ext>
            </a:extLst>
          </p:cNvPr>
          <p:cNvSpPr txBox="1"/>
          <p:nvPr/>
        </p:nvSpPr>
        <p:spPr>
          <a:xfrm>
            <a:off x="1382268" y="1905506"/>
            <a:ext cx="10232136" cy="1754326"/>
          </a:xfrm>
          <a:prstGeom prst="rect">
            <a:avLst/>
          </a:prstGeom>
          <a:noFill/>
        </p:spPr>
        <p:txBody>
          <a:bodyPr wrap="square">
            <a:spAutoFit/>
          </a:bodyPr>
          <a:lstStyle/>
          <a:p>
            <a:r>
              <a:rPr lang="en-US" sz="5400" b="1">
                <a:latin typeface="Times New Roman" panose="02020603050405020304" pitchFamily="18" charset="0"/>
                <a:cs typeface="Times New Roman" panose="02020603050405020304" pitchFamily="18" charset="0"/>
              </a:rPr>
              <a:t>LNP Manufacturing and Process     </a:t>
            </a:r>
          </a:p>
          <a:p>
            <a:r>
              <a:rPr lang="en-US" sz="5400" b="1">
                <a:latin typeface="Times New Roman" panose="02020603050405020304" pitchFamily="18" charset="0"/>
                <a:cs typeface="Times New Roman" panose="02020603050405020304" pitchFamily="18" charset="0"/>
              </a:rPr>
              <a:t>                 Simulation</a:t>
            </a:r>
            <a:endParaRPr lang="en-IN" sz="5400" b="1">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BEEED14-BB8F-2B6E-573E-BB01F0454DD1}"/>
              </a:ext>
            </a:extLst>
          </p:cNvPr>
          <p:cNvSpPr txBox="1"/>
          <p:nvPr/>
        </p:nvSpPr>
        <p:spPr>
          <a:xfrm>
            <a:off x="4975860" y="1720840"/>
            <a:ext cx="5961888" cy="369332"/>
          </a:xfrm>
          <a:prstGeom prst="rect">
            <a:avLst/>
          </a:prstGeom>
          <a:noFill/>
        </p:spPr>
        <p:txBody>
          <a:bodyPr wrap="square" rtlCol="0">
            <a:spAutoFit/>
          </a:bodyPr>
          <a:lstStyle/>
          <a:p>
            <a:r>
              <a:rPr lang="en-IN">
                <a:latin typeface="Times New Roman" panose="02020603050405020304" pitchFamily="18" charset="0"/>
                <a:cs typeface="Times New Roman" panose="02020603050405020304" pitchFamily="18" charset="0"/>
              </a:rPr>
              <a:t>CL 299 presentation 2</a:t>
            </a:r>
          </a:p>
        </p:txBody>
      </p:sp>
      <p:sp>
        <p:nvSpPr>
          <p:cNvPr id="5" name="TextBox 4">
            <a:extLst>
              <a:ext uri="{FF2B5EF4-FFF2-40B4-BE49-F238E27FC236}">
                <a16:creationId xmlns:a16="http://schemas.microsoft.com/office/drawing/2014/main" id="{4A1E313D-7B1D-B6B4-4094-4008CCCEEF2A}"/>
              </a:ext>
            </a:extLst>
          </p:cNvPr>
          <p:cNvSpPr txBox="1"/>
          <p:nvPr/>
        </p:nvSpPr>
        <p:spPr>
          <a:xfrm>
            <a:off x="7763256" y="4169664"/>
            <a:ext cx="4526280" cy="1200329"/>
          </a:xfrm>
          <a:prstGeom prst="rect">
            <a:avLst/>
          </a:prstGeom>
          <a:noFill/>
        </p:spPr>
        <p:txBody>
          <a:bodyPr wrap="square" rtlCol="0">
            <a:spAutoFit/>
          </a:bodyPr>
          <a:lstStyle/>
          <a:p>
            <a:r>
              <a:rPr lang="en-IN">
                <a:latin typeface="Times New Roman" panose="02020603050405020304" pitchFamily="18" charset="0"/>
                <a:cs typeface="Times New Roman" panose="02020603050405020304" pitchFamily="18" charset="0"/>
              </a:rPr>
              <a:t>Supervisor:</a:t>
            </a:r>
          </a:p>
          <a:p>
            <a:endParaRPr lang="en-IN">
              <a:latin typeface="Times New Roman" panose="02020603050405020304" pitchFamily="18" charset="0"/>
              <a:cs typeface="Times New Roman" panose="02020603050405020304" pitchFamily="18" charset="0"/>
            </a:endParaRPr>
          </a:p>
          <a:p>
            <a:r>
              <a:rPr lang="en-IN">
                <a:latin typeface="Times New Roman" panose="02020603050405020304" pitchFamily="18" charset="0"/>
                <a:cs typeface="Times New Roman" panose="02020603050405020304" pitchFamily="18" charset="0"/>
              </a:rPr>
              <a:t>Prof. Kaustubh S. Rane</a:t>
            </a:r>
            <a:br>
              <a:rPr lang="en-IN">
                <a:latin typeface="Times New Roman" panose="02020603050405020304" pitchFamily="18" charset="0"/>
                <a:cs typeface="Times New Roman" panose="02020603050405020304" pitchFamily="18" charset="0"/>
              </a:rPr>
            </a:br>
            <a:r>
              <a:rPr lang="en-IN">
                <a:latin typeface="Times New Roman" panose="02020603050405020304" pitchFamily="18" charset="0"/>
                <a:cs typeface="Times New Roman" panose="02020603050405020304" pitchFamily="18" charset="0"/>
              </a:rPr>
              <a:t>Department of Chemical Engineering </a:t>
            </a:r>
          </a:p>
        </p:txBody>
      </p:sp>
      <p:sp>
        <p:nvSpPr>
          <p:cNvPr id="6" name="TextBox 5">
            <a:extLst>
              <a:ext uri="{FF2B5EF4-FFF2-40B4-BE49-F238E27FC236}">
                <a16:creationId xmlns:a16="http://schemas.microsoft.com/office/drawing/2014/main" id="{A2438E97-A9BD-C4C8-D872-0F9A95D67111}"/>
              </a:ext>
            </a:extLst>
          </p:cNvPr>
          <p:cNvSpPr txBox="1"/>
          <p:nvPr/>
        </p:nvSpPr>
        <p:spPr>
          <a:xfrm>
            <a:off x="758952" y="4169664"/>
            <a:ext cx="3849624" cy="1477328"/>
          </a:xfrm>
          <a:prstGeom prst="rect">
            <a:avLst/>
          </a:prstGeom>
          <a:noFill/>
        </p:spPr>
        <p:txBody>
          <a:bodyPr wrap="square" rtlCol="0">
            <a:spAutoFit/>
          </a:bodyPr>
          <a:lstStyle/>
          <a:p>
            <a:r>
              <a:rPr lang="en-IN">
                <a:latin typeface="Times New Roman" panose="02020603050405020304" pitchFamily="18" charset="0"/>
                <a:cs typeface="Times New Roman" panose="02020603050405020304" pitchFamily="18" charset="0"/>
              </a:rPr>
              <a:t>Presented by:</a:t>
            </a:r>
          </a:p>
          <a:p>
            <a:endParaRPr lang="en-IN">
              <a:latin typeface="Times New Roman" panose="02020603050405020304" pitchFamily="18" charset="0"/>
              <a:cs typeface="Times New Roman" panose="02020603050405020304" pitchFamily="18" charset="0"/>
            </a:endParaRPr>
          </a:p>
          <a:p>
            <a:r>
              <a:rPr lang="en-IN" err="1">
                <a:latin typeface="Times New Roman" panose="02020603050405020304" pitchFamily="18" charset="0"/>
                <a:cs typeface="Times New Roman" panose="02020603050405020304" pitchFamily="18" charset="0"/>
              </a:rPr>
              <a:t>Rhythem</a:t>
            </a:r>
            <a:r>
              <a:rPr lang="en-IN">
                <a:latin typeface="Times New Roman" panose="02020603050405020304" pitchFamily="18" charset="0"/>
                <a:cs typeface="Times New Roman" panose="02020603050405020304" pitchFamily="18" charset="0"/>
              </a:rPr>
              <a:t> Soni 24110296</a:t>
            </a:r>
            <a:br>
              <a:rPr lang="en-IN">
                <a:latin typeface="Times New Roman" panose="02020603050405020304" pitchFamily="18" charset="0"/>
                <a:cs typeface="Times New Roman" panose="02020603050405020304" pitchFamily="18" charset="0"/>
              </a:rPr>
            </a:br>
            <a:r>
              <a:rPr lang="en-IN">
                <a:latin typeface="Times New Roman" panose="02020603050405020304" pitchFamily="18" charset="0"/>
                <a:cs typeface="Times New Roman" panose="02020603050405020304" pitchFamily="18" charset="0"/>
              </a:rPr>
              <a:t>Aman Bola 24110032</a:t>
            </a:r>
            <a:br>
              <a:rPr lang="en-IN">
                <a:latin typeface="Times New Roman" panose="02020603050405020304" pitchFamily="18" charset="0"/>
                <a:cs typeface="Times New Roman" panose="02020603050405020304" pitchFamily="18" charset="0"/>
              </a:rPr>
            </a:br>
            <a:r>
              <a:rPr lang="en-IN">
                <a:latin typeface="Times New Roman" panose="02020603050405020304" pitchFamily="18" charset="0"/>
                <a:cs typeface="Times New Roman" panose="02020603050405020304" pitchFamily="18" charset="0"/>
              </a:rPr>
              <a:t>Saket Jonwal 24110311</a:t>
            </a:r>
          </a:p>
        </p:txBody>
      </p:sp>
      <p:pic>
        <p:nvPicPr>
          <p:cNvPr id="2050" name="Picture 2" descr="undefined">
            <a:extLst>
              <a:ext uri="{FF2B5EF4-FFF2-40B4-BE49-F238E27FC236}">
                <a16:creationId xmlns:a16="http://schemas.microsoft.com/office/drawing/2014/main" id="{364D75EF-2CC9-7EEB-1DBE-EA0605B265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7357" y="262935"/>
            <a:ext cx="1388102" cy="1388102"/>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4F0C140A-20AD-69BF-589F-D2CDF172898F}"/>
              </a:ext>
            </a:extLst>
          </p:cNvPr>
          <p:cNvSpPr>
            <a:spLocks noGrp="1"/>
          </p:cNvSpPr>
          <p:nvPr>
            <p:ph type="sldNum" sz="quarter" idx="12"/>
          </p:nvPr>
        </p:nvSpPr>
        <p:spPr/>
        <p:txBody>
          <a:bodyPr/>
          <a:lstStyle/>
          <a:p>
            <a:fld id="{E31375A4-56A4-47D6-9801-1991572033F7}" type="slidenum">
              <a:rPr lang="en-US" smtClean="0"/>
              <a:pPr/>
              <a:t>1</a:t>
            </a:fld>
            <a:endParaRPr lang="en-US"/>
          </a:p>
        </p:txBody>
      </p:sp>
    </p:spTree>
    <p:extLst>
      <p:ext uri="{BB962C8B-B14F-4D97-AF65-F5344CB8AC3E}">
        <p14:creationId xmlns:p14="http://schemas.microsoft.com/office/powerpoint/2010/main" val="2408524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722B6-D137-C624-2FFF-D9EA299C3FBE}"/>
              </a:ext>
            </a:extLst>
          </p:cNvPr>
          <p:cNvSpPr>
            <a:spLocks noGrp="1"/>
          </p:cNvSpPr>
          <p:nvPr>
            <p:ph type="title"/>
          </p:nvPr>
        </p:nvSpPr>
        <p:spPr>
          <a:xfrm>
            <a:off x="1064111" y="306410"/>
            <a:ext cx="9601200" cy="523821"/>
          </a:xfrm>
        </p:spPr>
        <p:txBody>
          <a:bodyPr>
            <a:noAutofit/>
          </a:bodyPr>
          <a:lstStyle/>
          <a:p>
            <a:r>
              <a:rPr lang="en-IN" sz="3600" b="0">
                <a:latin typeface="Times New Roman"/>
                <a:ea typeface="+mj-lt"/>
                <a:cs typeface="+mj-lt"/>
              </a:rPr>
              <a:t>Quenching</a:t>
            </a:r>
            <a:endParaRPr lang="en-US" sz="3600">
              <a:latin typeface="Times New Roman"/>
            </a:endParaRPr>
          </a:p>
        </p:txBody>
      </p:sp>
      <p:sp>
        <p:nvSpPr>
          <p:cNvPr id="3" name="Content Placeholder 2">
            <a:extLst>
              <a:ext uri="{FF2B5EF4-FFF2-40B4-BE49-F238E27FC236}">
                <a16:creationId xmlns:a16="http://schemas.microsoft.com/office/drawing/2014/main" id="{A100CDBF-0843-E8EF-0EE5-FBD445137167}"/>
              </a:ext>
            </a:extLst>
          </p:cNvPr>
          <p:cNvSpPr>
            <a:spLocks noGrp="1"/>
          </p:cNvSpPr>
          <p:nvPr>
            <p:ph idx="1"/>
          </p:nvPr>
        </p:nvSpPr>
        <p:spPr>
          <a:xfrm>
            <a:off x="1130987" y="1009497"/>
            <a:ext cx="9601200" cy="5100916"/>
          </a:xfrm>
        </p:spPr>
        <p:txBody>
          <a:bodyPr vert="horz" lIns="91440" tIns="45720" rIns="91440" bIns="45720" rtlCol="0" anchor="t">
            <a:normAutofit/>
          </a:bodyPr>
          <a:lstStyle/>
          <a:p>
            <a:pPr marL="0" indent="0">
              <a:buNone/>
            </a:pPr>
            <a:r>
              <a:rPr lang="en-IN" b="1">
                <a:latin typeface="Times New Roman" panose="02020603050405020304" pitchFamily="18" charset="0"/>
                <a:ea typeface="+mn-lt"/>
                <a:cs typeface="Times New Roman" panose="02020603050405020304" pitchFamily="18" charset="0"/>
              </a:rPr>
              <a:t>Quenching </a:t>
            </a:r>
            <a:r>
              <a:rPr lang="en-IN">
                <a:latin typeface="Times New Roman" panose="02020603050405020304" pitchFamily="18" charset="0"/>
                <a:ea typeface="+mn-lt"/>
                <a:cs typeface="Times New Roman" panose="02020603050405020304" pitchFamily="18" charset="0"/>
              </a:rPr>
              <a:t>is the immediate dilution of the freshly formed LNP suspension with an excess aqueous buffer.</a:t>
            </a:r>
          </a:p>
          <a:p>
            <a:r>
              <a:rPr lang="en-IN">
                <a:latin typeface="Times New Roman" panose="02020603050405020304" pitchFamily="18" charset="0"/>
                <a:cs typeface="Times New Roman" panose="02020603050405020304" pitchFamily="18" charset="0"/>
              </a:rPr>
              <a:t>First , </a:t>
            </a:r>
            <a:r>
              <a:rPr lang="en-IN">
                <a:latin typeface="Times New Roman" panose="02020603050405020304" pitchFamily="18" charset="0"/>
                <a:ea typeface="+mn-lt"/>
                <a:cs typeface="Times New Roman" panose="02020603050405020304" pitchFamily="18" charset="0"/>
              </a:rPr>
              <a:t>LNPs are formed.</a:t>
            </a:r>
            <a:endParaRPr lang="en-IN">
              <a:latin typeface="Times New Roman" panose="02020603050405020304" pitchFamily="18" charset="0"/>
              <a:cs typeface="Times New Roman" panose="02020603050405020304" pitchFamily="18" charset="0"/>
            </a:endParaRPr>
          </a:p>
          <a:p>
            <a:pPr>
              <a:buClr>
                <a:srgbClr val="A43F27"/>
              </a:buClr>
            </a:pPr>
            <a:r>
              <a:rPr lang="en-IN">
                <a:latin typeface="Times New Roman" panose="02020603050405020304" pitchFamily="18" charset="0"/>
                <a:cs typeface="Times New Roman" panose="02020603050405020304" pitchFamily="18" charset="0"/>
              </a:rPr>
              <a:t>Now, </a:t>
            </a:r>
            <a:r>
              <a:rPr lang="en-IN">
                <a:latin typeface="Times New Roman" panose="02020603050405020304" pitchFamily="18" charset="0"/>
                <a:ea typeface="+mn-lt"/>
                <a:cs typeface="Times New Roman" panose="02020603050405020304" pitchFamily="18" charset="0"/>
              </a:rPr>
              <a:t>quench buffer is added which results in sharp drop of ethanol concentration which reduces lipid solubility and mobility.</a:t>
            </a:r>
            <a:endParaRPr lang="en-IN">
              <a:latin typeface="Times New Roman" panose="02020603050405020304" pitchFamily="18" charset="0"/>
              <a:cs typeface="Times New Roman" panose="02020603050405020304" pitchFamily="18" charset="0"/>
            </a:endParaRPr>
          </a:p>
          <a:p>
            <a:pPr>
              <a:buClr>
                <a:srgbClr val="A43F27"/>
              </a:buClr>
            </a:pPr>
            <a:r>
              <a:rPr lang="en-IN">
                <a:latin typeface="Times New Roman" panose="02020603050405020304" pitchFamily="18" charset="0"/>
                <a:cs typeface="Times New Roman" panose="02020603050405020304" pitchFamily="18" charset="0"/>
              </a:rPr>
              <a:t>Finally, </a:t>
            </a:r>
            <a:r>
              <a:rPr lang="en-IN">
                <a:latin typeface="Times New Roman" panose="02020603050405020304" pitchFamily="18" charset="0"/>
                <a:ea typeface="+mn-lt"/>
                <a:cs typeface="Times New Roman" panose="02020603050405020304" pitchFamily="18" charset="0"/>
              </a:rPr>
              <a:t>particle growth ceases, preventing further fusion or aggregation, thereby locking in the final particle size and PDI.</a:t>
            </a:r>
          </a:p>
          <a:p>
            <a:pPr>
              <a:buClr>
                <a:srgbClr val="A43F27"/>
              </a:buClr>
            </a:pPr>
            <a:r>
              <a:rPr lang="en-IN">
                <a:latin typeface="Times New Roman" panose="02020603050405020304" pitchFamily="18" charset="0"/>
                <a:ea typeface="+mn-lt"/>
                <a:cs typeface="Times New Roman" panose="02020603050405020304" pitchFamily="18" charset="0"/>
              </a:rPr>
              <a:t>The quenched stream exits the system, and the LNPs are collected in a sterile container or bag.</a:t>
            </a:r>
            <a:endParaRPr lang="en-IN">
              <a:latin typeface="Times New Roman" panose="02020603050405020304" pitchFamily="18" charset="0"/>
              <a:cs typeface="Times New Roman" panose="02020603050405020304" pitchFamily="18" charset="0"/>
            </a:endParaRPr>
          </a:p>
          <a:p>
            <a:pPr>
              <a:buClr>
                <a:srgbClr val="A43F27"/>
              </a:buClr>
            </a:pPr>
            <a:endParaRPr lang="en-IN">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7D78FD3-1E49-0140-D185-34F7D7591D89}"/>
              </a:ext>
            </a:extLst>
          </p:cNvPr>
          <p:cNvSpPr>
            <a:spLocks noGrp="1"/>
          </p:cNvSpPr>
          <p:nvPr>
            <p:ph type="sldNum" sz="quarter" idx="12"/>
          </p:nvPr>
        </p:nvSpPr>
        <p:spPr/>
        <p:txBody>
          <a:bodyPr/>
          <a:lstStyle/>
          <a:p>
            <a:fld id="{E31375A4-56A4-47D6-9801-1991572033F7}" type="slidenum">
              <a:rPr lang="en-US" smtClean="0"/>
              <a:t>2</a:t>
            </a:fld>
            <a:endParaRPr lang="en-US"/>
          </a:p>
        </p:txBody>
      </p:sp>
    </p:spTree>
    <p:extLst>
      <p:ext uri="{BB962C8B-B14F-4D97-AF65-F5344CB8AC3E}">
        <p14:creationId xmlns:p14="http://schemas.microsoft.com/office/powerpoint/2010/main" val="1388114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74D00-09E5-47B2-655E-CF40FA4E6AD0}"/>
              </a:ext>
            </a:extLst>
          </p:cNvPr>
          <p:cNvSpPr>
            <a:spLocks noGrp="1"/>
          </p:cNvSpPr>
          <p:nvPr>
            <p:ph type="title"/>
          </p:nvPr>
        </p:nvSpPr>
        <p:spPr/>
        <p:txBody>
          <a:bodyPr>
            <a:normAutofit/>
          </a:bodyPr>
          <a:lstStyle/>
          <a:p>
            <a:r>
              <a:rPr lang="en-IN" sz="3600">
                <a:latin typeface="Times New Roman" panose="02020603050405020304" pitchFamily="18" charset="0"/>
                <a:cs typeface="Times New Roman" panose="02020603050405020304" pitchFamily="18" charset="0"/>
              </a:rPr>
              <a:t>Down-Stream Process</a:t>
            </a:r>
          </a:p>
        </p:txBody>
      </p:sp>
      <p:sp>
        <p:nvSpPr>
          <p:cNvPr id="3" name="Content Placeholder 2">
            <a:extLst>
              <a:ext uri="{FF2B5EF4-FFF2-40B4-BE49-F238E27FC236}">
                <a16:creationId xmlns:a16="http://schemas.microsoft.com/office/drawing/2014/main" id="{BA9B27C6-F364-8843-BBD3-1CDF1DB5AAE6}"/>
              </a:ext>
            </a:extLst>
          </p:cNvPr>
          <p:cNvSpPr>
            <a:spLocks noGrp="1"/>
          </p:cNvSpPr>
          <p:nvPr>
            <p:ph idx="1"/>
          </p:nvPr>
        </p:nvSpPr>
        <p:spPr>
          <a:xfrm>
            <a:off x="1385046" y="1828801"/>
            <a:ext cx="9520519" cy="4231340"/>
          </a:xfrm>
        </p:spPr>
        <p:txBody>
          <a:bodyPr vert="horz" lIns="91440" tIns="45720" rIns="91440" bIns="45720" rtlCol="0" anchor="t">
            <a:normAutofit/>
          </a:bodyPr>
          <a:lstStyle/>
          <a:p>
            <a:pPr marL="0" indent="0">
              <a:buNone/>
            </a:pPr>
            <a:r>
              <a:rPr lang="en-IN">
                <a:latin typeface="Times New Roman"/>
                <a:ea typeface="+mn-lt"/>
                <a:cs typeface="+mn-lt"/>
              </a:rPr>
              <a:t>Downstream processing includes all steps carried out after product formation to purify, stabilize, ensure safety, and make it suitable for storage.</a:t>
            </a:r>
            <a:endParaRPr lang="en-US">
              <a:latin typeface="Times New Roman"/>
              <a:ea typeface="+mn-lt"/>
              <a:cs typeface="Arial"/>
            </a:endParaRPr>
          </a:p>
          <a:p>
            <a:pPr>
              <a:buClr>
                <a:srgbClr val="A43F27"/>
              </a:buClr>
            </a:pPr>
            <a:r>
              <a:rPr lang="en-IN">
                <a:latin typeface="Times New Roman"/>
                <a:ea typeface="+mn-lt"/>
                <a:cs typeface="+mn-lt"/>
              </a:rPr>
              <a:t>After LNP formation, the suspension still contains residual ethanol, acidic buffer, free lipids, unencapsulated mRNA, incorrect concentration, and lacks sterility. Thus, while the LNP structure is correct, the surrounding environment and purity are unsuitable for use.</a:t>
            </a:r>
            <a:endParaRPr lang="en-IN">
              <a:latin typeface="Times New Roman"/>
              <a:cs typeface="Arial"/>
            </a:endParaRPr>
          </a:p>
          <a:p>
            <a:pPr>
              <a:buClr>
                <a:srgbClr val="A43F27"/>
              </a:buClr>
            </a:pPr>
            <a:r>
              <a:rPr lang="en-IN">
                <a:latin typeface="Times New Roman"/>
                <a:ea typeface="+mn-lt"/>
                <a:cs typeface="+mn-lt"/>
              </a:rPr>
              <a:t>Downstream processing ensures removal of ethanol and impurities, addition of buffer, and dosage adjustment, and a stable, sterile product for storage.</a:t>
            </a:r>
          </a:p>
          <a:p>
            <a:pPr>
              <a:buClr>
                <a:srgbClr val="A43F27"/>
              </a:buClr>
            </a:pPr>
            <a:r>
              <a:rPr lang="en-IN">
                <a:latin typeface="Times New Roman"/>
                <a:ea typeface="+mn-lt"/>
                <a:cs typeface="Arial"/>
              </a:rPr>
              <a:t>To Achieve this we use </a:t>
            </a:r>
            <a:r>
              <a:rPr lang="en-US">
                <a:latin typeface="Times New Roman"/>
                <a:ea typeface="+mn-lt"/>
                <a:cs typeface="Arial"/>
              </a:rPr>
              <a:t>Tangential Flow Filtration(</a:t>
            </a:r>
            <a:r>
              <a:rPr lang="en-IN">
                <a:latin typeface="Times New Roman"/>
                <a:ea typeface="+mn-lt"/>
                <a:cs typeface="Arial"/>
              </a:rPr>
              <a:t>TFF),</a:t>
            </a:r>
            <a:r>
              <a:rPr lang="en-IN">
                <a:latin typeface="Times New Roman"/>
                <a:ea typeface="+mn-lt"/>
                <a:cs typeface="+mn-lt"/>
              </a:rPr>
              <a:t> Sterile Filtration ,Fill–Finish.</a:t>
            </a:r>
            <a:endParaRPr lang="en-IN">
              <a:latin typeface="Times New Roman"/>
              <a:ea typeface="+mn-lt"/>
              <a:cs typeface="Arial"/>
            </a:endParaRPr>
          </a:p>
        </p:txBody>
      </p:sp>
      <p:sp>
        <p:nvSpPr>
          <p:cNvPr id="4" name="Slide Number Placeholder 3">
            <a:extLst>
              <a:ext uri="{FF2B5EF4-FFF2-40B4-BE49-F238E27FC236}">
                <a16:creationId xmlns:a16="http://schemas.microsoft.com/office/drawing/2014/main" id="{0DC31C91-4F74-506D-43C0-C743F2F7BFE8}"/>
              </a:ext>
            </a:extLst>
          </p:cNvPr>
          <p:cNvSpPr>
            <a:spLocks noGrp="1"/>
          </p:cNvSpPr>
          <p:nvPr>
            <p:ph type="sldNum" sz="quarter" idx="12"/>
          </p:nvPr>
        </p:nvSpPr>
        <p:spPr/>
        <p:txBody>
          <a:bodyPr/>
          <a:lstStyle/>
          <a:p>
            <a:fld id="{E31375A4-56A4-47D6-9801-1991572033F7}" type="slidenum">
              <a:rPr lang="en-US" smtClean="0"/>
              <a:t>3</a:t>
            </a:fld>
            <a:endParaRPr lang="en-US"/>
          </a:p>
        </p:txBody>
      </p:sp>
    </p:spTree>
    <p:extLst>
      <p:ext uri="{BB962C8B-B14F-4D97-AF65-F5344CB8AC3E}">
        <p14:creationId xmlns:p14="http://schemas.microsoft.com/office/powerpoint/2010/main" val="341981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7EA47-FE67-C37B-3E42-A698DACDB77B}"/>
              </a:ext>
            </a:extLst>
          </p:cNvPr>
          <p:cNvSpPr>
            <a:spLocks noGrp="1"/>
          </p:cNvSpPr>
          <p:nvPr>
            <p:ph type="title"/>
          </p:nvPr>
        </p:nvSpPr>
        <p:spPr>
          <a:xfrm>
            <a:off x="1295400" y="871246"/>
            <a:ext cx="9601200" cy="734170"/>
          </a:xfrm>
        </p:spPr>
        <p:txBody>
          <a:bodyPr/>
          <a:lstStyle/>
          <a:p>
            <a:r>
              <a:rPr lang="en-US" b="0">
                <a:ea typeface="+mj-lt"/>
                <a:cs typeface="+mj-lt"/>
              </a:rPr>
              <a:t>Tangential Flow Filtration (TFF)</a:t>
            </a:r>
            <a:endParaRPr lang="en-US"/>
          </a:p>
        </p:txBody>
      </p:sp>
      <p:sp>
        <p:nvSpPr>
          <p:cNvPr id="3" name="Content Placeholder 2">
            <a:extLst>
              <a:ext uri="{FF2B5EF4-FFF2-40B4-BE49-F238E27FC236}">
                <a16:creationId xmlns:a16="http://schemas.microsoft.com/office/drawing/2014/main" id="{57CFA0CB-DBF9-81DF-A6BE-FC279F5E2A40}"/>
              </a:ext>
            </a:extLst>
          </p:cNvPr>
          <p:cNvSpPr>
            <a:spLocks noGrp="1"/>
          </p:cNvSpPr>
          <p:nvPr>
            <p:ph idx="1"/>
          </p:nvPr>
        </p:nvSpPr>
        <p:spPr>
          <a:xfrm>
            <a:off x="1213757" y="1817917"/>
            <a:ext cx="9601200" cy="4816926"/>
          </a:xfrm>
        </p:spPr>
        <p:txBody>
          <a:bodyPr vert="horz" lIns="91440" tIns="45720" rIns="91440" bIns="45720" rtlCol="0" anchor="t">
            <a:normAutofit/>
          </a:bodyPr>
          <a:lstStyle/>
          <a:p>
            <a:pPr marL="0" indent="0">
              <a:buNone/>
            </a:pPr>
            <a:r>
              <a:rPr lang="en-US">
                <a:latin typeface="Times New Roman"/>
                <a:ea typeface="+mn-lt"/>
                <a:cs typeface="+mn-lt"/>
              </a:rPr>
              <a:t>TFF simultaneously removes ethanol, enables buffer exchange (pH adjustment), and controls product concentration (Core purification &amp; conditioning step).</a:t>
            </a:r>
          </a:p>
          <a:p>
            <a:r>
              <a:rPr lang="en-US">
                <a:latin typeface="Times New Roman"/>
                <a:ea typeface="+mn-lt"/>
                <a:cs typeface="+mn-lt"/>
              </a:rPr>
              <a:t>LNP suspension flows</a:t>
            </a:r>
            <a:r>
              <a:rPr lang="en-US" b="1">
                <a:latin typeface="Times New Roman"/>
                <a:ea typeface="+mn-lt"/>
                <a:cs typeface="+mn-lt"/>
              </a:rPr>
              <a:t> parallel</a:t>
            </a:r>
            <a:r>
              <a:rPr lang="en-US">
                <a:latin typeface="Times New Roman"/>
                <a:ea typeface="+mn-lt"/>
                <a:cs typeface="+mn-lt"/>
              </a:rPr>
              <a:t> to a membrane.</a:t>
            </a:r>
            <a:endParaRPr lang="en-US">
              <a:latin typeface="Times New Roman"/>
              <a:cs typeface="Arial"/>
            </a:endParaRPr>
          </a:p>
          <a:p>
            <a:pPr>
              <a:buClr>
                <a:srgbClr val="A43F27"/>
              </a:buClr>
            </a:pPr>
            <a:r>
              <a:rPr lang="en-US">
                <a:latin typeface="Times New Roman"/>
                <a:ea typeface="+mn-lt"/>
                <a:cs typeface="+mn-lt"/>
              </a:rPr>
              <a:t>Small molecules (ethanol, salts) pass through MWCO memberance in which driving force is TMP.</a:t>
            </a:r>
            <a:endParaRPr lang="en-US">
              <a:latin typeface="Times New Roman"/>
              <a:cs typeface="Times New Roman"/>
            </a:endParaRPr>
          </a:p>
          <a:p>
            <a:pPr>
              <a:buClr>
                <a:srgbClr val="A43F27"/>
              </a:buClr>
            </a:pPr>
            <a:r>
              <a:rPr lang="en-US">
                <a:latin typeface="Times New Roman"/>
                <a:ea typeface="+mn-lt"/>
                <a:cs typeface="+mn-lt"/>
              </a:rPr>
              <a:t>LNPs are retained and recirculated.</a:t>
            </a:r>
            <a:endParaRPr lang="en-US">
              <a:latin typeface="Times New Roman"/>
              <a:cs typeface="Times New Roman"/>
            </a:endParaRPr>
          </a:p>
          <a:p>
            <a:pPr>
              <a:buClr>
                <a:srgbClr val="A43F27"/>
              </a:buClr>
            </a:pPr>
            <a:r>
              <a:rPr lang="en-US">
                <a:latin typeface="Times New Roman"/>
                <a:ea typeface="+mn-lt"/>
                <a:cs typeface="+mn-lt"/>
              </a:rPr>
              <a:t>Fresh buffer is continuously added (diafiltration).</a:t>
            </a:r>
            <a:endParaRPr lang="en-US">
              <a:latin typeface="Times New Roman"/>
              <a:cs typeface="Arial"/>
            </a:endParaRPr>
          </a:p>
          <a:p>
            <a:pPr>
              <a:buClr>
                <a:srgbClr val="A43F27"/>
              </a:buClr>
            </a:pPr>
            <a:endParaRPr lang="en-US">
              <a:cs typeface="Arial"/>
            </a:endParaRPr>
          </a:p>
        </p:txBody>
      </p:sp>
      <p:pic>
        <p:nvPicPr>
          <p:cNvPr id="6" name="Picture 5" descr="A diagram of a structure&#10;&#10;AI-generated content may be incorrect.">
            <a:extLst>
              <a:ext uri="{FF2B5EF4-FFF2-40B4-BE49-F238E27FC236}">
                <a16:creationId xmlns:a16="http://schemas.microsoft.com/office/drawing/2014/main" id="{9BF42D2B-BCFB-0385-61F3-08D7CE04403D}"/>
              </a:ext>
            </a:extLst>
          </p:cNvPr>
          <p:cNvPicPr>
            <a:picLocks noChangeAspect="1"/>
          </p:cNvPicPr>
          <p:nvPr/>
        </p:nvPicPr>
        <p:blipFill>
          <a:blip r:embed="rId2"/>
          <a:stretch>
            <a:fillRect/>
          </a:stretch>
        </p:blipFill>
        <p:spPr>
          <a:xfrm>
            <a:off x="7008791" y="3710591"/>
            <a:ext cx="4828503" cy="2270169"/>
          </a:xfrm>
          <a:prstGeom prst="rect">
            <a:avLst/>
          </a:prstGeom>
        </p:spPr>
      </p:pic>
      <p:sp>
        <p:nvSpPr>
          <p:cNvPr id="7" name="TextBox 6">
            <a:extLst>
              <a:ext uri="{FF2B5EF4-FFF2-40B4-BE49-F238E27FC236}">
                <a16:creationId xmlns:a16="http://schemas.microsoft.com/office/drawing/2014/main" id="{1ABA69D6-8C1B-F1BD-6779-EDC53ACA8035}"/>
              </a:ext>
            </a:extLst>
          </p:cNvPr>
          <p:cNvSpPr txBox="1"/>
          <p:nvPr/>
        </p:nvSpPr>
        <p:spPr>
          <a:xfrm>
            <a:off x="644085" y="6212775"/>
            <a:ext cx="1089577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Source : </a:t>
            </a:r>
            <a:r>
              <a:rPr lang="en-US">
                <a:ea typeface="+mn-lt"/>
                <a:cs typeface="+mn-lt"/>
                <a:hlinkClick r:id="rId3"/>
              </a:rPr>
              <a:t>https://upload.wikimedia.org/wikipedia/commons/thumb/3/32/Cross-flow.svg/500px-Cross-flow.svg.png</a:t>
            </a:r>
            <a:endParaRPr lang="en-US"/>
          </a:p>
        </p:txBody>
      </p:sp>
      <p:sp>
        <p:nvSpPr>
          <p:cNvPr id="9" name="Slide Number Placeholder 8">
            <a:extLst>
              <a:ext uri="{FF2B5EF4-FFF2-40B4-BE49-F238E27FC236}">
                <a16:creationId xmlns:a16="http://schemas.microsoft.com/office/drawing/2014/main" id="{648C6AE2-D449-011C-3236-CB1691054BB8}"/>
              </a:ext>
            </a:extLst>
          </p:cNvPr>
          <p:cNvSpPr>
            <a:spLocks noGrp="1"/>
          </p:cNvSpPr>
          <p:nvPr>
            <p:ph type="sldNum" sz="quarter" idx="12"/>
          </p:nvPr>
        </p:nvSpPr>
        <p:spPr/>
        <p:txBody>
          <a:bodyPr/>
          <a:lstStyle/>
          <a:p>
            <a:fld id="{E31375A4-56A4-47D6-9801-1991572033F7}" type="slidenum">
              <a:rPr lang="en-US" smtClean="0"/>
              <a:t>4</a:t>
            </a:fld>
            <a:endParaRPr lang="en-US"/>
          </a:p>
        </p:txBody>
      </p:sp>
    </p:spTree>
    <p:extLst>
      <p:ext uri="{BB962C8B-B14F-4D97-AF65-F5344CB8AC3E}">
        <p14:creationId xmlns:p14="http://schemas.microsoft.com/office/powerpoint/2010/main" val="4007493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67965-983C-0A1E-440A-92FB8E647A55}"/>
              </a:ext>
            </a:extLst>
          </p:cNvPr>
          <p:cNvSpPr>
            <a:spLocks noGrp="1"/>
          </p:cNvSpPr>
          <p:nvPr>
            <p:ph type="title"/>
          </p:nvPr>
        </p:nvSpPr>
        <p:spPr/>
        <p:txBody>
          <a:bodyPr/>
          <a:lstStyle/>
          <a:p>
            <a:r>
              <a:rPr lang="en-US" b="0">
                <a:ea typeface="+mj-lt"/>
                <a:cs typeface="+mj-lt"/>
              </a:rPr>
              <a:t>Membrane MWCO</a:t>
            </a:r>
            <a:endParaRPr lang="en-US"/>
          </a:p>
        </p:txBody>
      </p:sp>
      <p:sp>
        <p:nvSpPr>
          <p:cNvPr id="3" name="Content Placeholder 2">
            <a:extLst>
              <a:ext uri="{FF2B5EF4-FFF2-40B4-BE49-F238E27FC236}">
                <a16:creationId xmlns:a16="http://schemas.microsoft.com/office/drawing/2014/main" id="{C32D304A-4B29-C3CA-46DA-5E165747B70D}"/>
              </a:ext>
            </a:extLst>
          </p:cNvPr>
          <p:cNvSpPr>
            <a:spLocks noGrp="1"/>
          </p:cNvSpPr>
          <p:nvPr>
            <p:ph idx="1"/>
          </p:nvPr>
        </p:nvSpPr>
        <p:spPr/>
        <p:txBody>
          <a:bodyPr vert="horz" lIns="91440" tIns="45720" rIns="91440" bIns="45720" rtlCol="0" anchor="t">
            <a:normAutofit/>
          </a:bodyPr>
          <a:lstStyle/>
          <a:p>
            <a:pPr marL="0" indent="0">
              <a:buClr>
                <a:srgbClr val="A43F27"/>
              </a:buClr>
              <a:buNone/>
            </a:pPr>
            <a:r>
              <a:rPr lang="en-US">
                <a:latin typeface="Times New Roman"/>
                <a:ea typeface="+mn-lt"/>
                <a:cs typeface="Times New Roman"/>
              </a:rPr>
              <a:t>MWCO stands for Molecular Weight Cut-Off. It is the approximate molecular weight of the smallest molecule that the membrane will retain.</a:t>
            </a:r>
          </a:p>
          <a:p>
            <a:pPr>
              <a:buClr>
                <a:srgbClr val="A43F27"/>
              </a:buClr>
            </a:pPr>
            <a:r>
              <a:rPr lang="en-US">
                <a:latin typeface="Times New Roman"/>
                <a:ea typeface="+mn-lt"/>
                <a:cs typeface="Times New Roman"/>
              </a:rPr>
              <a:t>MWCO is not an exact pore diameter. It is an operational definition, based on: Shape, Flexibility, Hydration of molecules.</a:t>
            </a:r>
          </a:p>
          <a:p>
            <a:pPr>
              <a:buClr>
                <a:srgbClr val="A43F27"/>
              </a:buClr>
            </a:pPr>
            <a:r>
              <a:rPr lang="en-US">
                <a:latin typeface="Times New Roman"/>
                <a:cs typeface="Times New Roman"/>
              </a:rPr>
              <a:t>Ethanol, free lipid, M-RNA, salts, Buffer-molecule have approx. (MW :- /1KDa) which can easily pass through </a:t>
            </a:r>
            <a:r>
              <a:rPr lang="en-US">
                <a:latin typeface="Times New Roman"/>
                <a:ea typeface="+mn-lt"/>
                <a:cs typeface="+mn-lt"/>
              </a:rPr>
              <a:t>MWCO (100–250 KDa).</a:t>
            </a:r>
          </a:p>
          <a:p>
            <a:pPr marL="0" indent="0">
              <a:buClr>
                <a:srgbClr val="A43F27"/>
              </a:buClr>
              <a:buNone/>
            </a:pPr>
            <a:r>
              <a:rPr lang="en-US">
                <a:latin typeface="Times New Roman"/>
                <a:ea typeface="+mn-lt"/>
                <a:cs typeface="+mn-lt"/>
              </a:rPr>
              <a:t>LNP = MW &gt; 500KDa</a:t>
            </a:r>
          </a:p>
          <a:p>
            <a:pPr>
              <a:buClr>
                <a:srgbClr val="A43F27"/>
              </a:buClr>
              <a:buFont typeface="Arial"/>
              <a:buChar char="▪"/>
            </a:pPr>
            <a:r>
              <a:rPr lang="en-US">
                <a:latin typeface="Times New Roman"/>
                <a:ea typeface="+mn-lt"/>
                <a:cs typeface="+mn-lt"/>
              </a:rPr>
              <a:t>Molecules smaller than MWCO → pass through the membrane</a:t>
            </a:r>
            <a:endParaRPr lang="en-US">
              <a:latin typeface="Times New Roman"/>
              <a:cs typeface="Times New Roman"/>
            </a:endParaRPr>
          </a:p>
          <a:p>
            <a:pPr>
              <a:buClr>
                <a:srgbClr val="A43F27"/>
              </a:buClr>
              <a:buFont typeface="Arial"/>
              <a:buChar char="▪"/>
            </a:pPr>
            <a:r>
              <a:rPr lang="en-US">
                <a:latin typeface="Times New Roman"/>
                <a:ea typeface="+mn-lt"/>
                <a:cs typeface="+mn-lt"/>
              </a:rPr>
              <a:t>Molecules larger than MWCO → are retained</a:t>
            </a:r>
            <a:endParaRPr lang="en-US">
              <a:latin typeface="Times New Roman"/>
              <a:cs typeface="Times New Roman"/>
            </a:endParaRPr>
          </a:p>
          <a:p>
            <a:pPr marL="0" indent="0">
              <a:buNone/>
            </a:pPr>
            <a:endParaRPr lang="en-US">
              <a:cs typeface="Arial"/>
            </a:endParaRPr>
          </a:p>
          <a:p>
            <a:pPr>
              <a:buClr>
                <a:srgbClr val="A43F27"/>
              </a:buClr>
            </a:pPr>
            <a:endParaRPr lang="en-US">
              <a:cs typeface="Arial"/>
            </a:endParaRPr>
          </a:p>
          <a:p>
            <a:pPr marL="0" indent="0">
              <a:buClr>
                <a:srgbClr val="D15A3E">
                  <a:lumMod val="75000"/>
                </a:srgbClr>
              </a:buClr>
              <a:buNone/>
            </a:pPr>
            <a:endParaRPr lang="en-US">
              <a:cs typeface="Arial"/>
            </a:endParaRPr>
          </a:p>
        </p:txBody>
      </p:sp>
      <p:sp>
        <p:nvSpPr>
          <p:cNvPr id="4" name="Slide Number Placeholder 3">
            <a:extLst>
              <a:ext uri="{FF2B5EF4-FFF2-40B4-BE49-F238E27FC236}">
                <a16:creationId xmlns:a16="http://schemas.microsoft.com/office/drawing/2014/main" id="{460E705E-9B58-E10C-9743-B40CE5A65FAF}"/>
              </a:ext>
            </a:extLst>
          </p:cNvPr>
          <p:cNvSpPr>
            <a:spLocks noGrp="1"/>
          </p:cNvSpPr>
          <p:nvPr>
            <p:ph type="sldNum" sz="quarter" idx="12"/>
          </p:nvPr>
        </p:nvSpPr>
        <p:spPr/>
        <p:txBody>
          <a:bodyPr/>
          <a:lstStyle/>
          <a:p>
            <a:fld id="{E31375A4-56A4-47D6-9801-1991572033F7}" type="slidenum">
              <a:rPr lang="en-US" smtClean="0"/>
              <a:t>5</a:t>
            </a:fld>
            <a:endParaRPr lang="en-US"/>
          </a:p>
        </p:txBody>
      </p:sp>
    </p:spTree>
    <p:extLst>
      <p:ext uri="{BB962C8B-B14F-4D97-AF65-F5344CB8AC3E}">
        <p14:creationId xmlns:p14="http://schemas.microsoft.com/office/powerpoint/2010/main" val="2230651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B5F64-D7AA-D7E3-F905-0DBE83ACA051}"/>
              </a:ext>
            </a:extLst>
          </p:cNvPr>
          <p:cNvSpPr>
            <a:spLocks noGrp="1"/>
          </p:cNvSpPr>
          <p:nvPr>
            <p:ph type="title"/>
          </p:nvPr>
        </p:nvSpPr>
        <p:spPr/>
        <p:txBody>
          <a:bodyPr/>
          <a:lstStyle/>
          <a:p>
            <a:r>
              <a:rPr lang="en-US" b="0">
                <a:ea typeface="+mj-lt"/>
                <a:cs typeface="+mj-lt"/>
              </a:rPr>
              <a:t>Transmembrane Pressure (TMP)</a:t>
            </a:r>
            <a:endParaRPr lang="en-US"/>
          </a:p>
        </p:txBody>
      </p:sp>
      <p:sp>
        <p:nvSpPr>
          <p:cNvPr id="3" name="Content Placeholder 2">
            <a:extLst>
              <a:ext uri="{FF2B5EF4-FFF2-40B4-BE49-F238E27FC236}">
                <a16:creationId xmlns:a16="http://schemas.microsoft.com/office/drawing/2014/main" id="{BA14D3A6-1E21-5363-45CA-701793567081}"/>
              </a:ext>
            </a:extLst>
          </p:cNvPr>
          <p:cNvSpPr>
            <a:spLocks noGrp="1"/>
          </p:cNvSpPr>
          <p:nvPr>
            <p:ph idx="1"/>
          </p:nvPr>
        </p:nvSpPr>
        <p:spPr>
          <a:xfrm>
            <a:off x="1295400" y="1981201"/>
            <a:ext cx="9601200" cy="4146696"/>
          </a:xfrm>
        </p:spPr>
        <p:txBody>
          <a:bodyPr vert="horz" lIns="91440" tIns="45720" rIns="91440" bIns="45720" rtlCol="0" anchor="t">
            <a:normAutofit/>
          </a:bodyPr>
          <a:lstStyle/>
          <a:p>
            <a:pPr>
              <a:buChar char="•"/>
            </a:pPr>
            <a:r>
              <a:rPr lang="en-US">
                <a:latin typeface="Times New Roman"/>
                <a:ea typeface="+mn-lt"/>
                <a:cs typeface="+mn-lt"/>
              </a:rPr>
              <a:t>TMP is the pressure difference across the membrane. It is the driving force pushing small molecule to pass through the membrane.</a:t>
            </a:r>
            <a:endParaRPr lang="en-US">
              <a:latin typeface="Times New Roman"/>
              <a:cs typeface="Arial"/>
            </a:endParaRPr>
          </a:p>
          <a:p>
            <a:pPr>
              <a:buClr>
                <a:srgbClr val="A43F27"/>
              </a:buClr>
              <a:buChar char="•"/>
            </a:pPr>
            <a:r>
              <a:rPr lang="en-US">
                <a:latin typeface="Times New Roman"/>
                <a:cs typeface="Times New Roman"/>
              </a:rPr>
              <a:t>It Determines</a:t>
            </a:r>
            <a:r>
              <a:rPr lang="en-US">
                <a:latin typeface="Times New Roman"/>
                <a:ea typeface="+mn-lt"/>
                <a:cs typeface="+mn-lt"/>
              </a:rPr>
              <a:t> permeate flow rate, Controls how fast ethanol and buffer are removed.</a:t>
            </a:r>
            <a:endParaRPr lang="en-US">
              <a:latin typeface="Times New Roman"/>
              <a:cs typeface="Arial"/>
            </a:endParaRPr>
          </a:p>
          <a:p>
            <a:pPr>
              <a:buClr>
                <a:srgbClr val="A43F27"/>
              </a:buClr>
              <a:buChar char="•"/>
            </a:pPr>
            <a:r>
              <a:rPr lang="en-US">
                <a:latin typeface="Times New Roman"/>
                <a:cs typeface="Times New Roman"/>
              </a:rPr>
              <a:t>If TMP is too low then , Slow</a:t>
            </a:r>
            <a:r>
              <a:rPr lang="en-US">
                <a:latin typeface="Times New Roman"/>
                <a:ea typeface="+mn-lt"/>
                <a:cs typeface="+mn-lt"/>
              </a:rPr>
              <a:t> filtration and Long processing time.</a:t>
            </a:r>
            <a:endParaRPr lang="en-US">
              <a:latin typeface="Times New Roman"/>
              <a:cs typeface="Arial"/>
            </a:endParaRPr>
          </a:p>
          <a:p>
            <a:pPr>
              <a:buClr>
                <a:srgbClr val="A43F27"/>
              </a:buClr>
              <a:buChar char="•"/>
            </a:pPr>
            <a:r>
              <a:rPr lang="en-US">
                <a:latin typeface="Times New Roman"/>
                <a:cs typeface="Times New Roman"/>
              </a:rPr>
              <a:t>If TMP is too high then, Membrane</a:t>
            </a:r>
            <a:r>
              <a:rPr lang="en-US">
                <a:latin typeface="Times New Roman"/>
                <a:ea typeface="+mn-lt"/>
                <a:cs typeface="+mn-lt"/>
              </a:rPr>
              <a:t> fouling and LNP deformation or rupture.</a:t>
            </a:r>
            <a:endParaRPr lang="en-US">
              <a:latin typeface="Times New Roman"/>
              <a:cs typeface="Arial"/>
            </a:endParaRPr>
          </a:p>
          <a:p>
            <a:pPr>
              <a:buClr>
                <a:srgbClr val="A43F27"/>
              </a:buClr>
            </a:pPr>
            <a:r>
              <a:rPr lang="en-US" b="1" i="1">
                <a:latin typeface="Times New Roman"/>
                <a:cs typeface="Arial"/>
              </a:rPr>
              <a:t>Cross-flow Rate(tangential velocity)</a:t>
            </a:r>
            <a:r>
              <a:rPr lang="en-US" i="1">
                <a:latin typeface="Times New Roman"/>
                <a:cs typeface="Arial"/>
              </a:rPr>
              <a:t> is speed at which the LNP suspension flows parallel to the membrane.</a:t>
            </a:r>
            <a:endParaRPr lang="en-US" i="1">
              <a:solidFill>
                <a:srgbClr val="2D2E2D"/>
              </a:solidFill>
              <a:latin typeface="Times New Roman"/>
              <a:cs typeface="Arial"/>
            </a:endParaRPr>
          </a:p>
          <a:p>
            <a:pPr>
              <a:buClr>
                <a:srgbClr val="A43F27"/>
              </a:buClr>
            </a:pPr>
            <a:r>
              <a:rPr lang="en-US" b="1" i="1">
                <a:latin typeface="Times New Roman"/>
                <a:ea typeface="+mn-lt"/>
                <a:cs typeface="+mn-lt"/>
              </a:rPr>
              <a:t>Diafiltration volume</a:t>
            </a:r>
            <a:r>
              <a:rPr lang="en-US" i="1">
                <a:latin typeface="Times New Roman"/>
                <a:ea typeface="+mn-lt"/>
                <a:cs typeface="+mn-lt"/>
              </a:rPr>
              <a:t> defines how many times the LNP solution is washed with fresh buffer during TFF, determining how completely small impurities are removed.</a:t>
            </a:r>
            <a:endParaRPr lang="en-US" i="1">
              <a:latin typeface="Times New Roman"/>
              <a:cs typeface="Arial"/>
            </a:endParaRPr>
          </a:p>
          <a:p>
            <a:pPr>
              <a:buClr>
                <a:srgbClr val="A43F27"/>
              </a:buClr>
              <a:buChar char="•"/>
            </a:pPr>
            <a:endParaRPr lang="en-US">
              <a:cs typeface="Arial"/>
            </a:endParaRPr>
          </a:p>
          <a:p>
            <a:pPr>
              <a:buClr>
                <a:srgbClr val="A43F27"/>
              </a:buClr>
              <a:buChar char="•"/>
            </a:pPr>
            <a:endParaRPr lang="en-US">
              <a:cs typeface="Arial"/>
            </a:endParaRPr>
          </a:p>
          <a:p>
            <a:pPr>
              <a:buClr>
                <a:srgbClr val="A43F27"/>
              </a:buClr>
              <a:buChar char="•"/>
            </a:pPr>
            <a:endParaRPr lang="en-US">
              <a:cs typeface="Arial"/>
            </a:endParaRPr>
          </a:p>
          <a:p>
            <a:pPr>
              <a:buClr>
                <a:srgbClr val="A43F27"/>
              </a:buClr>
              <a:buChar char="•"/>
            </a:pPr>
            <a:endParaRPr lang="en-US">
              <a:cs typeface="Arial"/>
            </a:endParaRPr>
          </a:p>
        </p:txBody>
      </p:sp>
      <p:sp>
        <p:nvSpPr>
          <p:cNvPr id="4" name="Slide Number Placeholder 3">
            <a:extLst>
              <a:ext uri="{FF2B5EF4-FFF2-40B4-BE49-F238E27FC236}">
                <a16:creationId xmlns:a16="http://schemas.microsoft.com/office/drawing/2014/main" id="{86FF6153-5594-562D-1A70-E0CD3F9EA9F6}"/>
              </a:ext>
            </a:extLst>
          </p:cNvPr>
          <p:cNvSpPr>
            <a:spLocks noGrp="1"/>
          </p:cNvSpPr>
          <p:nvPr>
            <p:ph type="sldNum" sz="quarter" idx="12"/>
          </p:nvPr>
        </p:nvSpPr>
        <p:spPr/>
        <p:txBody>
          <a:bodyPr/>
          <a:lstStyle/>
          <a:p>
            <a:fld id="{E31375A4-56A4-47D6-9801-1991572033F7}" type="slidenum">
              <a:rPr lang="en-US" smtClean="0"/>
              <a:t>6</a:t>
            </a:fld>
            <a:endParaRPr lang="en-US"/>
          </a:p>
        </p:txBody>
      </p:sp>
    </p:spTree>
    <p:extLst>
      <p:ext uri="{BB962C8B-B14F-4D97-AF65-F5344CB8AC3E}">
        <p14:creationId xmlns:p14="http://schemas.microsoft.com/office/powerpoint/2010/main" val="2979848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8DF33-DC61-925B-2445-F6B17727F0C4}"/>
              </a:ext>
            </a:extLst>
          </p:cNvPr>
          <p:cNvSpPr>
            <a:spLocks noGrp="1"/>
          </p:cNvSpPr>
          <p:nvPr>
            <p:ph type="title"/>
          </p:nvPr>
        </p:nvSpPr>
        <p:spPr/>
        <p:txBody>
          <a:bodyPr/>
          <a:lstStyle/>
          <a:p>
            <a:r>
              <a:rPr lang="en-US" b="0">
                <a:ea typeface="+mj-lt"/>
                <a:cs typeface="+mj-lt"/>
              </a:rPr>
              <a:t>Alternatives to TFF</a:t>
            </a:r>
            <a:endParaRPr lang="en-US"/>
          </a:p>
        </p:txBody>
      </p:sp>
      <p:graphicFrame>
        <p:nvGraphicFramePr>
          <p:cNvPr id="5" name="Content Placeholder 4">
            <a:extLst>
              <a:ext uri="{FF2B5EF4-FFF2-40B4-BE49-F238E27FC236}">
                <a16:creationId xmlns:a16="http://schemas.microsoft.com/office/drawing/2014/main" id="{B3B9B285-5F34-D1AB-E978-781ACEC7C3D2}"/>
              </a:ext>
            </a:extLst>
          </p:cNvPr>
          <p:cNvGraphicFramePr>
            <a:graphicFrameLocks noGrp="1"/>
          </p:cNvGraphicFramePr>
          <p:nvPr>
            <p:ph idx="1"/>
            <p:extLst>
              <p:ext uri="{D42A27DB-BD31-4B8C-83A1-F6EECF244321}">
                <p14:modId xmlns:p14="http://schemas.microsoft.com/office/powerpoint/2010/main" val="1804870577"/>
              </p:ext>
            </p:extLst>
          </p:nvPr>
        </p:nvGraphicFramePr>
        <p:xfrm>
          <a:off x="1295400" y="1866014"/>
          <a:ext cx="9601200" cy="3804810"/>
        </p:xfrm>
        <a:graphic>
          <a:graphicData uri="http://schemas.openxmlformats.org/drawingml/2006/table">
            <a:tbl>
              <a:tblPr firstRow="1" bandRow="1">
                <a:tableStyleId>{BC89EF96-8CEA-46FF-86C4-4CE0E7609802}</a:tableStyleId>
              </a:tblPr>
              <a:tblGrid>
                <a:gridCol w="3200400">
                  <a:extLst>
                    <a:ext uri="{9D8B030D-6E8A-4147-A177-3AD203B41FA5}">
                      <a16:colId xmlns:a16="http://schemas.microsoft.com/office/drawing/2014/main" val="3992505816"/>
                    </a:ext>
                  </a:extLst>
                </a:gridCol>
                <a:gridCol w="3200400">
                  <a:extLst>
                    <a:ext uri="{9D8B030D-6E8A-4147-A177-3AD203B41FA5}">
                      <a16:colId xmlns:a16="http://schemas.microsoft.com/office/drawing/2014/main" val="3488802552"/>
                    </a:ext>
                  </a:extLst>
                </a:gridCol>
                <a:gridCol w="3200400">
                  <a:extLst>
                    <a:ext uri="{9D8B030D-6E8A-4147-A177-3AD203B41FA5}">
                      <a16:colId xmlns:a16="http://schemas.microsoft.com/office/drawing/2014/main" val="3694520320"/>
                    </a:ext>
                  </a:extLst>
                </a:gridCol>
              </a:tblGrid>
              <a:tr h="760962">
                <a:tc>
                  <a:txBody>
                    <a:bodyPr/>
                    <a:lstStyle/>
                    <a:p>
                      <a:pPr lvl="0" algn="ctr">
                        <a:buNone/>
                      </a:pPr>
                      <a:r>
                        <a:rPr lang="en-US" sz="1800" b="1" i="0" u="none" strike="noStrike" noProof="0">
                          <a:solidFill>
                            <a:srgbClr val="2D2E2D"/>
                          </a:solidFill>
                          <a:latin typeface="Arial"/>
                        </a:rPr>
                        <a:t>Alternative</a:t>
                      </a:r>
                      <a:endParaRPr lang="en-US" b="1"/>
                    </a:p>
                  </a:txBody>
                  <a:tcPr/>
                </a:tc>
                <a:tc>
                  <a:txBody>
                    <a:bodyPr/>
                    <a:lstStyle/>
                    <a:p>
                      <a:pPr algn="ctr"/>
                      <a:r>
                        <a:rPr lang="en-US" b="1"/>
                        <a:t>When Used</a:t>
                      </a:r>
                    </a:p>
                  </a:txBody>
                  <a:tcPr/>
                </a:tc>
                <a:tc>
                  <a:txBody>
                    <a:bodyPr/>
                    <a:lstStyle/>
                    <a:p>
                      <a:pPr algn="ctr"/>
                      <a:r>
                        <a:rPr lang="en-US" b="1"/>
                        <a:t>Limitations</a:t>
                      </a:r>
                    </a:p>
                  </a:txBody>
                  <a:tcPr/>
                </a:tc>
                <a:extLst>
                  <a:ext uri="{0D108BD9-81ED-4DB2-BD59-A6C34878D82A}">
                    <a16:rowId xmlns:a16="http://schemas.microsoft.com/office/drawing/2014/main" val="1576397082"/>
                  </a:ext>
                </a:extLst>
              </a:tr>
              <a:tr h="760962">
                <a:tc>
                  <a:txBody>
                    <a:bodyPr/>
                    <a:lstStyle/>
                    <a:p>
                      <a:pPr algn="ctr"/>
                      <a:r>
                        <a:rPr lang="en-US"/>
                        <a:t>Dialysis</a:t>
                      </a:r>
                    </a:p>
                  </a:txBody>
                  <a:tcPr/>
                </a:tc>
                <a:tc>
                  <a:txBody>
                    <a:bodyPr/>
                    <a:lstStyle/>
                    <a:p>
                      <a:pPr algn="ctr"/>
                      <a:r>
                        <a:rPr lang="en-US"/>
                        <a:t>Lab Scale only</a:t>
                      </a:r>
                    </a:p>
                  </a:txBody>
                  <a:tcPr/>
                </a:tc>
                <a:tc>
                  <a:txBody>
                    <a:bodyPr/>
                    <a:lstStyle/>
                    <a:p>
                      <a:pPr algn="ctr"/>
                      <a:r>
                        <a:rPr lang="en-US"/>
                        <a:t>Very Slow, Not scalable</a:t>
                      </a:r>
                    </a:p>
                  </a:txBody>
                  <a:tcPr/>
                </a:tc>
                <a:extLst>
                  <a:ext uri="{0D108BD9-81ED-4DB2-BD59-A6C34878D82A}">
                    <a16:rowId xmlns:a16="http://schemas.microsoft.com/office/drawing/2014/main" val="679222362"/>
                  </a:ext>
                </a:extLst>
              </a:tr>
              <a:tr h="760962">
                <a:tc>
                  <a:txBody>
                    <a:bodyPr/>
                    <a:lstStyle/>
                    <a:p>
                      <a:pPr algn="ctr"/>
                      <a:r>
                        <a:rPr lang="en-US"/>
                        <a:t>Centrifugal purifications</a:t>
                      </a:r>
                    </a:p>
                  </a:txBody>
                  <a:tcPr/>
                </a:tc>
                <a:tc>
                  <a:txBody>
                    <a:bodyPr/>
                    <a:lstStyle/>
                    <a:p>
                      <a:pPr algn="ctr"/>
                      <a:r>
                        <a:rPr lang="en-US"/>
                        <a:t>Small Batches</a:t>
                      </a:r>
                    </a:p>
                  </a:txBody>
                  <a:tcPr/>
                </a:tc>
                <a:tc>
                  <a:txBody>
                    <a:bodyPr/>
                    <a:lstStyle/>
                    <a:p>
                      <a:pPr algn="ctr"/>
                      <a:r>
                        <a:rPr lang="en-US"/>
                        <a:t>Shear, Low scalablity</a:t>
                      </a:r>
                      <a:endParaRPr lang="en-US" err="1"/>
                    </a:p>
                  </a:txBody>
                  <a:tcPr/>
                </a:tc>
                <a:extLst>
                  <a:ext uri="{0D108BD9-81ED-4DB2-BD59-A6C34878D82A}">
                    <a16:rowId xmlns:a16="http://schemas.microsoft.com/office/drawing/2014/main" val="2630734828"/>
                  </a:ext>
                </a:extLst>
              </a:tr>
              <a:tr h="760962">
                <a:tc>
                  <a:txBody>
                    <a:bodyPr/>
                    <a:lstStyle/>
                    <a:p>
                      <a:pPr algn="ctr"/>
                      <a:r>
                        <a:rPr lang="en-US"/>
                        <a:t>SEC(Size Exlusions)</a:t>
                      </a:r>
                    </a:p>
                  </a:txBody>
                  <a:tcPr/>
                </a:tc>
                <a:tc>
                  <a:txBody>
                    <a:bodyPr/>
                    <a:lstStyle/>
                    <a:p>
                      <a:pPr algn="ctr"/>
                      <a:r>
                        <a:rPr lang="en-US"/>
                        <a:t>Analytical Purifications</a:t>
                      </a:r>
                    </a:p>
                  </a:txBody>
                  <a:tcPr/>
                </a:tc>
                <a:tc>
                  <a:txBody>
                    <a:bodyPr/>
                    <a:lstStyle/>
                    <a:p>
                      <a:pPr algn="ctr"/>
                      <a:r>
                        <a:rPr lang="en-US"/>
                        <a:t>Not Industrial</a:t>
                      </a:r>
                    </a:p>
                  </a:txBody>
                  <a:tcPr/>
                </a:tc>
                <a:extLst>
                  <a:ext uri="{0D108BD9-81ED-4DB2-BD59-A6C34878D82A}">
                    <a16:rowId xmlns:a16="http://schemas.microsoft.com/office/drawing/2014/main" val="2131454347"/>
                  </a:ext>
                </a:extLst>
              </a:tr>
              <a:tr h="760962">
                <a:tc>
                  <a:txBody>
                    <a:bodyPr/>
                    <a:lstStyle/>
                    <a:p>
                      <a:pPr algn="ctr"/>
                      <a:r>
                        <a:rPr lang="en-US"/>
                        <a:t>Precipitations</a:t>
                      </a:r>
                      <a:endParaRPr lang="en-US" err="1"/>
                    </a:p>
                  </a:txBody>
                  <a:tcPr/>
                </a:tc>
                <a:tc>
                  <a:txBody>
                    <a:bodyPr/>
                    <a:lstStyle/>
                    <a:p>
                      <a:pPr algn="ctr"/>
                      <a:r>
                        <a:rPr lang="en-US"/>
                        <a:t>Rare</a:t>
                      </a:r>
                    </a:p>
                  </a:txBody>
                  <a:tcPr/>
                </a:tc>
                <a:tc>
                  <a:txBody>
                    <a:bodyPr/>
                    <a:lstStyle/>
                    <a:p>
                      <a:pPr algn="ctr"/>
                      <a:r>
                        <a:rPr lang="en-US"/>
                        <a:t>High LNP loss</a:t>
                      </a:r>
                    </a:p>
                  </a:txBody>
                  <a:tcPr/>
                </a:tc>
                <a:extLst>
                  <a:ext uri="{0D108BD9-81ED-4DB2-BD59-A6C34878D82A}">
                    <a16:rowId xmlns:a16="http://schemas.microsoft.com/office/drawing/2014/main" val="85722983"/>
                  </a:ext>
                </a:extLst>
              </a:tr>
            </a:tbl>
          </a:graphicData>
        </a:graphic>
      </p:graphicFrame>
      <p:sp>
        <p:nvSpPr>
          <p:cNvPr id="3" name="Slide Number Placeholder 2">
            <a:extLst>
              <a:ext uri="{FF2B5EF4-FFF2-40B4-BE49-F238E27FC236}">
                <a16:creationId xmlns:a16="http://schemas.microsoft.com/office/drawing/2014/main" id="{5995112A-DA36-C6A2-81DD-A34DE027946E}"/>
              </a:ext>
            </a:extLst>
          </p:cNvPr>
          <p:cNvSpPr>
            <a:spLocks noGrp="1"/>
          </p:cNvSpPr>
          <p:nvPr>
            <p:ph type="sldNum" sz="quarter" idx="12"/>
          </p:nvPr>
        </p:nvSpPr>
        <p:spPr/>
        <p:txBody>
          <a:bodyPr/>
          <a:lstStyle/>
          <a:p>
            <a:fld id="{E31375A4-56A4-47D6-9801-1991572033F7}" type="slidenum">
              <a:rPr lang="en-US" smtClean="0"/>
              <a:t>7</a:t>
            </a:fld>
            <a:endParaRPr lang="en-US"/>
          </a:p>
        </p:txBody>
      </p:sp>
    </p:spTree>
    <p:extLst>
      <p:ext uri="{BB962C8B-B14F-4D97-AF65-F5344CB8AC3E}">
        <p14:creationId xmlns:p14="http://schemas.microsoft.com/office/powerpoint/2010/main" val="3889151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55581-090A-676E-D023-1105FEB5F461}"/>
              </a:ext>
            </a:extLst>
          </p:cNvPr>
          <p:cNvSpPr>
            <a:spLocks noGrp="1"/>
          </p:cNvSpPr>
          <p:nvPr>
            <p:ph type="title"/>
          </p:nvPr>
        </p:nvSpPr>
        <p:spPr/>
        <p:txBody>
          <a:bodyPr/>
          <a:lstStyle/>
          <a:p>
            <a:r>
              <a:rPr lang="en-US" b="0">
                <a:ea typeface="+mj-lt"/>
                <a:cs typeface="+mj-lt"/>
              </a:rPr>
              <a:t>Sterile Filtration</a:t>
            </a:r>
            <a:endParaRPr lang="en-US"/>
          </a:p>
        </p:txBody>
      </p:sp>
      <p:sp>
        <p:nvSpPr>
          <p:cNvPr id="3" name="Content Placeholder 2">
            <a:extLst>
              <a:ext uri="{FF2B5EF4-FFF2-40B4-BE49-F238E27FC236}">
                <a16:creationId xmlns:a16="http://schemas.microsoft.com/office/drawing/2014/main" id="{F9BC98C2-82A2-3E9B-C58D-6D5035E3AB26}"/>
              </a:ext>
            </a:extLst>
          </p:cNvPr>
          <p:cNvSpPr>
            <a:spLocks noGrp="1"/>
          </p:cNvSpPr>
          <p:nvPr>
            <p:ph idx="1"/>
          </p:nvPr>
        </p:nvSpPr>
        <p:spPr>
          <a:xfrm>
            <a:off x="619259" y="1706401"/>
            <a:ext cx="9193370" cy="3058732"/>
          </a:xfrm>
        </p:spPr>
        <p:txBody>
          <a:bodyPr vert="horz" lIns="91440" tIns="45720" rIns="91440" bIns="45720" rtlCol="0" anchor="t">
            <a:normAutofit/>
          </a:bodyPr>
          <a:lstStyle/>
          <a:p>
            <a:r>
              <a:rPr lang="en-US">
                <a:latin typeface="Times New Roman"/>
                <a:ea typeface="+mn-lt"/>
                <a:cs typeface="+mn-lt"/>
              </a:rPr>
              <a:t>Sterile filtration is a physical separation process used to remove microorganisms from the LNP formulation without using heat or chemicals.</a:t>
            </a:r>
          </a:p>
          <a:p>
            <a:pPr>
              <a:buClr>
                <a:srgbClr val="A43F27"/>
              </a:buClr>
            </a:pPr>
            <a:r>
              <a:rPr lang="en-US">
                <a:latin typeface="Times New Roman"/>
                <a:ea typeface="+mn-lt"/>
                <a:cs typeface="+mn-lt"/>
              </a:rPr>
              <a:t>LNPs are injectable products which must be free from bacteria.It removes bacteria using a 0.22 µm filter.</a:t>
            </a:r>
          </a:p>
          <a:p>
            <a:pPr marL="0" indent="0">
              <a:buClr>
                <a:srgbClr val="A43F27"/>
              </a:buClr>
              <a:buNone/>
            </a:pPr>
            <a:r>
              <a:rPr lang="en-US">
                <a:latin typeface="Times New Roman"/>
                <a:ea typeface="+mn-lt"/>
                <a:cs typeface="+mn-lt"/>
              </a:rPr>
              <a:t>It is done by :-</a:t>
            </a:r>
          </a:p>
          <a:p>
            <a:pPr>
              <a:buClr>
                <a:srgbClr val="A43F27"/>
              </a:buClr>
            </a:pPr>
            <a:r>
              <a:rPr lang="en-US">
                <a:latin typeface="Times New Roman"/>
                <a:ea typeface="+mn-lt"/>
                <a:cs typeface="+mn-lt"/>
              </a:rPr>
              <a:t>Low-pressure filtration</a:t>
            </a:r>
          </a:p>
          <a:p>
            <a:pPr>
              <a:buClr>
                <a:srgbClr val="A43F27"/>
              </a:buClr>
            </a:pPr>
            <a:r>
              <a:rPr lang="en-US">
                <a:latin typeface="Times New Roman"/>
                <a:ea typeface="+mn-lt"/>
                <a:cs typeface="+mn-lt"/>
              </a:rPr>
              <a:t>Lipid-compatible membranes</a:t>
            </a:r>
            <a:endParaRPr lang="en-US">
              <a:latin typeface="Times New Roman"/>
            </a:endParaRPr>
          </a:p>
        </p:txBody>
      </p:sp>
      <p:pic>
        <p:nvPicPr>
          <p:cNvPr id="4" name="Picture 3" descr="A close-up of a cell&#10;&#10;AI-generated content may be incorrect.">
            <a:extLst>
              <a:ext uri="{FF2B5EF4-FFF2-40B4-BE49-F238E27FC236}">
                <a16:creationId xmlns:a16="http://schemas.microsoft.com/office/drawing/2014/main" id="{5924DD04-8753-DD31-B1EE-1A0F06A25467}"/>
              </a:ext>
            </a:extLst>
          </p:cNvPr>
          <p:cNvPicPr>
            <a:picLocks noChangeAspect="1"/>
          </p:cNvPicPr>
          <p:nvPr/>
        </p:nvPicPr>
        <p:blipFill>
          <a:blip r:embed="rId2"/>
          <a:stretch>
            <a:fillRect/>
          </a:stretch>
        </p:blipFill>
        <p:spPr>
          <a:xfrm>
            <a:off x="9692158" y="1643130"/>
            <a:ext cx="2391714" cy="3979572"/>
          </a:xfrm>
          <a:prstGeom prst="rect">
            <a:avLst/>
          </a:prstGeom>
        </p:spPr>
      </p:pic>
      <p:sp>
        <p:nvSpPr>
          <p:cNvPr id="6" name="TextBox 5">
            <a:extLst>
              <a:ext uri="{FF2B5EF4-FFF2-40B4-BE49-F238E27FC236}">
                <a16:creationId xmlns:a16="http://schemas.microsoft.com/office/drawing/2014/main" id="{414E4367-C42F-DBB1-BF51-3DDD4C21C2A4}"/>
              </a:ext>
            </a:extLst>
          </p:cNvPr>
          <p:cNvSpPr txBox="1"/>
          <p:nvPr/>
        </p:nvSpPr>
        <p:spPr>
          <a:xfrm>
            <a:off x="603829" y="6279832"/>
            <a:ext cx="110567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Arial"/>
              </a:rPr>
              <a:t>Source:</a:t>
            </a:r>
            <a:r>
              <a:rPr lang="en-US">
                <a:ea typeface="+mn-lt"/>
                <a:cs typeface="+mn-lt"/>
                <a:hlinkClick r:id="rId3"/>
              </a:rPr>
              <a:t>https://ars.els-cdn.com/content/image/1-s2.0-S0378517325003576-ga1.jpg</a:t>
            </a:r>
            <a:endParaRPr lang="en-US">
              <a:cs typeface="Arial"/>
            </a:endParaRPr>
          </a:p>
        </p:txBody>
      </p:sp>
      <p:sp>
        <p:nvSpPr>
          <p:cNvPr id="7" name="Slide Number Placeholder 6">
            <a:extLst>
              <a:ext uri="{FF2B5EF4-FFF2-40B4-BE49-F238E27FC236}">
                <a16:creationId xmlns:a16="http://schemas.microsoft.com/office/drawing/2014/main" id="{668FAC96-40CF-D69D-5562-F2186397EFBF}"/>
              </a:ext>
            </a:extLst>
          </p:cNvPr>
          <p:cNvSpPr>
            <a:spLocks noGrp="1"/>
          </p:cNvSpPr>
          <p:nvPr>
            <p:ph type="sldNum" sz="quarter" idx="12"/>
          </p:nvPr>
        </p:nvSpPr>
        <p:spPr/>
        <p:txBody>
          <a:bodyPr/>
          <a:lstStyle/>
          <a:p>
            <a:fld id="{E31375A4-56A4-47D6-9801-1991572033F7}" type="slidenum">
              <a:rPr lang="en-US" smtClean="0"/>
              <a:t>8</a:t>
            </a:fld>
            <a:endParaRPr lang="en-US"/>
          </a:p>
        </p:txBody>
      </p:sp>
    </p:spTree>
    <p:extLst>
      <p:ext uri="{BB962C8B-B14F-4D97-AF65-F5344CB8AC3E}">
        <p14:creationId xmlns:p14="http://schemas.microsoft.com/office/powerpoint/2010/main" val="2148725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211C2739-284E-5418-D39C-DBF4F983AA5C}"/>
              </a:ext>
            </a:extLst>
          </p:cNvPr>
          <p:cNvGraphicFramePr>
            <a:graphicFrameLocks noGrp="1"/>
          </p:cNvGraphicFramePr>
          <p:nvPr>
            <p:ph idx="1"/>
            <p:extLst>
              <p:ext uri="{D42A27DB-BD31-4B8C-83A1-F6EECF244321}">
                <p14:modId xmlns:p14="http://schemas.microsoft.com/office/powerpoint/2010/main" val="2337838376"/>
              </p:ext>
            </p:extLst>
          </p:nvPr>
        </p:nvGraphicFramePr>
        <p:xfrm>
          <a:off x="912254" y="579549"/>
          <a:ext cx="10381471" cy="3485830"/>
        </p:xfrm>
        <a:graphic>
          <a:graphicData uri="http://schemas.openxmlformats.org/drawingml/2006/table">
            <a:tbl>
              <a:tblPr firstRow="1">
                <a:tableStyleId>{BC89EF96-8CEA-46FF-86C4-4CE0E7609802}</a:tableStyleId>
              </a:tblPr>
              <a:tblGrid>
                <a:gridCol w="5032917">
                  <a:extLst>
                    <a:ext uri="{9D8B030D-6E8A-4147-A177-3AD203B41FA5}">
                      <a16:colId xmlns:a16="http://schemas.microsoft.com/office/drawing/2014/main" val="1259356881"/>
                    </a:ext>
                  </a:extLst>
                </a:gridCol>
                <a:gridCol w="5348554">
                  <a:extLst>
                    <a:ext uri="{9D8B030D-6E8A-4147-A177-3AD203B41FA5}">
                      <a16:colId xmlns:a16="http://schemas.microsoft.com/office/drawing/2014/main" val="3962862449"/>
                    </a:ext>
                  </a:extLst>
                </a:gridCol>
              </a:tblGrid>
              <a:tr h="700410">
                <a:tc>
                  <a:txBody>
                    <a:bodyPr/>
                    <a:lstStyle/>
                    <a:p>
                      <a:r>
                        <a:rPr lang="en-US" sz="2000" b="1">
                          <a:latin typeface="Times New Roman"/>
                        </a:rPr>
                        <a:t>Alternative Method</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3">
                        <a:lumMod val="40000"/>
                        <a:lumOff val="60000"/>
                      </a:schemeClr>
                    </a:solidFill>
                  </a:tcPr>
                </a:tc>
                <a:tc>
                  <a:txBody>
                    <a:bodyPr/>
                    <a:lstStyle/>
                    <a:p>
                      <a:r>
                        <a:rPr lang="en-US" sz="2000" b="1">
                          <a:latin typeface="Times New Roman"/>
                        </a:rPr>
                        <a:t>Why not used in LNP Formation</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3">
                        <a:lumMod val="40000"/>
                        <a:lumOff val="60000"/>
                      </a:schemeClr>
                    </a:solidFill>
                  </a:tcPr>
                </a:tc>
                <a:extLst>
                  <a:ext uri="{0D108BD9-81ED-4DB2-BD59-A6C34878D82A}">
                    <a16:rowId xmlns:a16="http://schemas.microsoft.com/office/drawing/2014/main" val="3103015362"/>
                  </a:ext>
                </a:extLst>
              </a:tr>
              <a:tr h="700410">
                <a:tc>
                  <a:txBody>
                    <a:bodyPr/>
                    <a:lstStyle/>
                    <a:p>
                      <a:r>
                        <a:rPr lang="en-US" sz="2000">
                          <a:latin typeface="Times New Roman"/>
                        </a:rPr>
                        <a:t>Heat Sterilization</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3">
                        <a:lumMod val="20000"/>
                        <a:lumOff val="80000"/>
                      </a:schemeClr>
                    </a:solidFill>
                  </a:tcPr>
                </a:tc>
                <a:tc>
                  <a:txBody>
                    <a:bodyPr/>
                    <a:lstStyle/>
                    <a:p>
                      <a:r>
                        <a:rPr lang="en-US" sz="2000">
                          <a:latin typeface="Times New Roman"/>
                        </a:rPr>
                        <a:t>Destroy M-RNA and melt lipid structure</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3">
                        <a:lumMod val="20000"/>
                        <a:lumOff val="80000"/>
                      </a:schemeClr>
                    </a:solidFill>
                  </a:tcPr>
                </a:tc>
                <a:extLst>
                  <a:ext uri="{0D108BD9-81ED-4DB2-BD59-A6C34878D82A}">
                    <a16:rowId xmlns:a16="http://schemas.microsoft.com/office/drawing/2014/main" val="2215042761"/>
                  </a:ext>
                </a:extLst>
              </a:tr>
              <a:tr h="700410">
                <a:tc>
                  <a:txBody>
                    <a:bodyPr/>
                    <a:lstStyle/>
                    <a:p>
                      <a:r>
                        <a:rPr lang="en-US" sz="2000">
                          <a:latin typeface="Times New Roman"/>
                        </a:rPr>
                        <a:t>Gamma irradiation</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3">
                        <a:lumMod val="20000"/>
                        <a:lumOff val="80000"/>
                      </a:schemeClr>
                    </a:solidFill>
                  </a:tcPr>
                </a:tc>
                <a:tc>
                  <a:txBody>
                    <a:bodyPr/>
                    <a:lstStyle/>
                    <a:p>
                      <a:r>
                        <a:rPr lang="en-US" sz="2000">
                          <a:latin typeface="Times New Roman"/>
                        </a:rPr>
                        <a:t>Cause RNA strands to break</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3">
                        <a:lumMod val="20000"/>
                        <a:lumOff val="80000"/>
                      </a:schemeClr>
                    </a:solidFill>
                  </a:tcPr>
                </a:tc>
                <a:extLst>
                  <a:ext uri="{0D108BD9-81ED-4DB2-BD59-A6C34878D82A}">
                    <a16:rowId xmlns:a16="http://schemas.microsoft.com/office/drawing/2014/main" val="1398287008"/>
                  </a:ext>
                </a:extLst>
              </a:tr>
              <a:tr h="700410">
                <a:tc>
                  <a:txBody>
                    <a:bodyPr/>
                    <a:lstStyle/>
                    <a:p>
                      <a:pPr lvl="0">
                        <a:buNone/>
                      </a:pPr>
                      <a:r>
                        <a:rPr lang="en-US" sz="2000" b="0" i="0" u="none" strike="noStrike" noProof="0">
                          <a:latin typeface="Times New Roman"/>
                        </a:rPr>
                        <a:t>Chemical sterilants</a:t>
                      </a:r>
                      <a:endParaRPr lang="en-US" sz="2000">
                        <a:latin typeface="Times New Roman"/>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accent3">
                        <a:lumMod val="20000"/>
                        <a:lumOff val="80000"/>
                      </a:schemeClr>
                    </a:solidFill>
                  </a:tcPr>
                </a:tc>
                <a:tc>
                  <a:txBody>
                    <a:bodyPr/>
                    <a:lstStyle/>
                    <a:p>
                      <a:pPr lvl="0">
                        <a:buNone/>
                      </a:pPr>
                      <a:r>
                        <a:rPr lang="en-US" sz="2000" b="0" i="0" u="none" strike="noStrike" noProof="0">
                          <a:latin typeface="Times New Roman"/>
                        </a:rPr>
                        <a:t>Leaves toxic residues</a:t>
                      </a:r>
                      <a:endParaRPr lang="en-US" sz="2000">
                        <a:latin typeface="Times New Roman"/>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accent3">
                        <a:lumMod val="20000"/>
                        <a:lumOff val="80000"/>
                      </a:schemeClr>
                    </a:solidFill>
                  </a:tcPr>
                </a:tc>
                <a:extLst>
                  <a:ext uri="{0D108BD9-81ED-4DB2-BD59-A6C34878D82A}">
                    <a16:rowId xmlns:a16="http://schemas.microsoft.com/office/drawing/2014/main" val="1044788445"/>
                  </a:ext>
                </a:extLst>
              </a:tr>
              <a:tr h="684190">
                <a:tc>
                  <a:txBody>
                    <a:bodyPr/>
                    <a:lstStyle/>
                    <a:p>
                      <a:pPr lvl="0">
                        <a:buNone/>
                      </a:pPr>
                      <a:r>
                        <a:rPr lang="en-US" sz="2000" b="0" i="0" u="none" strike="noStrike" noProof="0">
                          <a:latin typeface="Times New Roman"/>
                        </a:rPr>
                        <a:t>0.45 µm filtration</a:t>
                      </a:r>
                      <a:endParaRPr lang="en-US" sz="2000">
                        <a:latin typeface="Times New Roman"/>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accent3">
                        <a:lumMod val="20000"/>
                        <a:lumOff val="80000"/>
                      </a:schemeClr>
                    </a:solidFill>
                  </a:tcPr>
                </a:tc>
                <a:tc>
                  <a:txBody>
                    <a:bodyPr/>
                    <a:lstStyle/>
                    <a:p>
                      <a:pPr lvl="0">
                        <a:buNone/>
                      </a:pPr>
                      <a:r>
                        <a:rPr lang="en-US" sz="2000" b="0" i="0" u="none" strike="noStrike" noProof="0">
                          <a:latin typeface="Times New Roman"/>
                        </a:rPr>
                        <a:t>Not sufficient to ensure sterility</a:t>
                      </a:r>
                      <a:endParaRPr lang="en-US" sz="2000">
                        <a:latin typeface="Times New Roman"/>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accent3">
                        <a:lumMod val="20000"/>
                        <a:lumOff val="80000"/>
                      </a:schemeClr>
                    </a:solidFill>
                  </a:tcPr>
                </a:tc>
                <a:extLst>
                  <a:ext uri="{0D108BD9-81ED-4DB2-BD59-A6C34878D82A}">
                    <a16:rowId xmlns:a16="http://schemas.microsoft.com/office/drawing/2014/main" val="955544262"/>
                  </a:ext>
                </a:extLst>
              </a:tr>
            </a:tbl>
          </a:graphicData>
        </a:graphic>
      </p:graphicFrame>
      <p:sp>
        <p:nvSpPr>
          <p:cNvPr id="6" name="TextBox 5">
            <a:extLst>
              <a:ext uri="{FF2B5EF4-FFF2-40B4-BE49-F238E27FC236}">
                <a16:creationId xmlns:a16="http://schemas.microsoft.com/office/drawing/2014/main" id="{56B9BCBC-B0CF-8A72-469B-0FA52DCA7600}"/>
              </a:ext>
            </a:extLst>
          </p:cNvPr>
          <p:cNvSpPr txBox="1"/>
          <p:nvPr/>
        </p:nvSpPr>
        <p:spPr>
          <a:xfrm>
            <a:off x="899036" y="4401250"/>
            <a:ext cx="1038587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latin typeface="Times New Roman"/>
                <a:ea typeface="+mn-lt"/>
                <a:cs typeface="+mn-lt"/>
              </a:rPr>
              <a:t>Sterile filtration is the only practical sterilization method for mRNA-LNPs.</a:t>
            </a:r>
            <a:endParaRPr lang="en-US" sz="2000">
              <a:latin typeface="Times New Roman"/>
              <a:cs typeface="Arial"/>
            </a:endParaRPr>
          </a:p>
        </p:txBody>
      </p:sp>
      <p:sp>
        <p:nvSpPr>
          <p:cNvPr id="2" name="Slide Number Placeholder 1">
            <a:extLst>
              <a:ext uri="{FF2B5EF4-FFF2-40B4-BE49-F238E27FC236}">
                <a16:creationId xmlns:a16="http://schemas.microsoft.com/office/drawing/2014/main" id="{B49BCD64-7267-2895-E52E-834D3CAF3B5C}"/>
              </a:ext>
            </a:extLst>
          </p:cNvPr>
          <p:cNvSpPr>
            <a:spLocks noGrp="1"/>
          </p:cNvSpPr>
          <p:nvPr>
            <p:ph type="sldNum" sz="quarter" idx="12"/>
          </p:nvPr>
        </p:nvSpPr>
        <p:spPr/>
        <p:txBody>
          <a:bodyPr/>
          <a:lstStyle/>
          <a:p>
            <a:fld id="{E31375A4-56A4-47D6-9801-1991572033F7}" type="slidenum">
              <a:rPr lang="en-US" smtClean="0"/>
              <a:t>9</a:t>
            </a:fld>
            <a:endParaRPr lang="en-US"/>
          </a:p>
        </p:txBody>
      </p:sp>
    </p:spTree>
    <p:extLst>
      <p:ext uri="{BB962C8B-B14F-4D97-AF65-F5344CB8AC3E}">
        <p14:creationId xmlns:p14="http://schemas.microsoft.com/office/powerpoint/2010/main" val="2565919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404B5-06EE-57F2-5EC0-0AB2E650B78F}"/>
              </a:ext>
            </a:extLst>
          </p:cNvPr>
          <p:cNvSpPr>
            <a:spLocks noGrp="1"/>
          </p:cNvSpPr>
          <p:nvPr>
            <p:ph type="title"/>
          </p:nvPr>
        </p:nvSpPr>
        <p:spPr/>
        <p:txBody>
          <a:bodyPr/>
          <a:lstStyle/>
          <a:p>
            <a:r>
              <a:rPr lang="en-US" b="0">
                <a:latin typeface="Times New Roman"/>
                <a:ea typeface="+mj-lt"/>
                <a:cs typeface="+mj-lt"/>
              </a:rPr>
              <a:t>Fill–Finish</a:t>
            </a:r>
            <a:endParaRPr lang="en-US">
              <a:latin typeface="Times New Roman"/>
            </a:endParaRPr>
          </a:p>
        </p:txBody>
      </p:sp>
      <p:sp>
        <p:nvSpPr>
          <p:cNvPr id="3" name="Content Placeholder 2">
            <a:extLst>
              <a:ext uri="{FF2B5EF4-FFF2-40B4-BE49-F238E27FC236}">
                <a16:creationId xmlns:a16="http://schemas.microsoft.com/office/drawing/2014/main" id="{58AAA25D-03D0-3EB4-93C4-9741315583DD}"/>
              </a:ext>
            </a:extLst>
          </p:cNvPr>
          <p:cNvSpPr>
            <a:spLocks noGrp="1"/>
          </p:cNvSpPr>
          <p:nvPr>
            <p:ph idx="1"/>
          </p:nvPr>
        </p:nvSpPr>
        <p:spPr/>
        <p:txBody>
          <a:bodyPr vert="horz" lIns="91440" tIns="45720" rIns="91440" bIns="45720" rtlCol="0" anchor="t">
            <a:normAutofit/>
          </a:bodyPr>
          <a:lstStyle/>
          <a:p>
            <a:r>
              <a:rPr lang="en-US">
                <a:ea typeface="+mn-lt"/>
                <a:cs typeface="+mn-lt"/>
              </a:rPr>
              <a:t>It is needed to Accurate dosing and Protection from contamination.</a:t>
            </a:r>
            <a:endParaRPr lang="en-US">
              <a:cs typeface="Arial"/>
            </a:endParaRPr>
          </a:p>
          <a:p>
            <a:pPr>
              <a:buClr>
                <a:srgbClr val="A43F27"/>
              </a:buClr>
            </a:pPr>
            <a:r>
              <a:rPr lang="en-US">
                <a:ea typeface="+mn-lt"/>
                <a:cs typeface="+mn-lt"/>
              </a:rPr>
              <a:t>First we do Aseptic method to fill in Vials and Syringes.</a:t>
            </a:r>
          </a:p>
          <a:p>
            <a:pPr>
              <a:buClr>
                <a:srgbClr val="A43F27"/>
              </a:buClr>
            </a:pPr>
            <a:r>
              <a:rPr lang="en-US">
                <a:ea typeface="+mn-lt"/>
                <a:cs typeface="+mn-lt"/>
              </a:rPr>
              <a:t>Then, Stoppering and sealing and at last Labeling and batch tracking.</a:t>
            </a:r>
          </a:p>
          <a:p>
            <a:pPr marL="0" indent="0">
              <a:buClr>
                <a:srgbClr val="A43F27"/>
              </a:buClr>
              <a:buNone/>
            </a:pPr>
            <a:r>
              <a:rPr lang="en-US" sz="3200">
                <a:solidFill>
                  <a:srgbClr val="A43F27"/>
                </a:solidFill>
                <a:latin typeface="Times New Roman"/>
                <a:ea typeface="+mn-lt"/>
                <a:cs typeface="Times New Roman"/>
              </a:rPr>
              <a:t>Storage </a:t>
            </a:r>
          </a:p>
          <a:p>
            <a:r>
              <a:rPr lang="en-US">
                <a:cs typeface="Arial"/>
              </a:rPr>
              <a:t>It is stored between –80°C to –20°C.</a:t>
            </a:r>
          </a:p>
          <a:p>
            <a:pPr>
              <a:buClr>
                <a:srgbClr val="A43F27"/>
              </a:buClr>
            </a:pPr>
            <a:r>
              <a:rPr lang="en-US">
                <a:cs typeface="Arial"/>
              </a:rPr>
              <a:t>Must be Stored in RNase Free </a:t>
            </a:r>
            <a:r>
              <a:rPr lang="en-US">
                <a:ea typeface="+mn-lt"/>
                <a:cs typeface="+mn-lt"/>
              </a:rPr>
              <a:t>Environment.</a:t>
            </a:r>
            <a:endParaRPr lang="en-US">
              <a:cs typeface="Arial"/>
            </a:endParaRPr>
          </a:p>
          <a:p>
            <a:pPr marL="0" indent="0">
              <a:buClr>
                <a:srgbClr val="A43F27"/>
              </a:buClr>
              <a:buNone/>
            </a:pPr>
            <a:endParaRPr lang="en-US">
              <a:solidFill>
                <a:srgbClr val="2D2E2D"/>
              </a:solidFill>
              <a:latin typeface="Arial"/>
              <a:cs typeface="Arial"/>
            </a:endParaRPr>
          </a:p>
          <a:p>
            <a:pPr>
              <a:buClr>
                <a:srgbClr val="A43F27"/>
              </a:buClr>
            </a:pPr>
            <a:endParaRPr lang="en-US">
              <a:cs typeface="Arial"/>
            </a:endParaRPr>
          </a:p>
        </p:txBody>
      </p:sp>
      <p:pic>
        <p:nvPicPr>
          <p:cNvPr id="4" name="Picture 3">
            <a:extLst>
              <a:ext uri="{FF2B5EF4-FFF2-40B4-BE49-F238E27FC236}">
                <a16:creationId xmlns:a16="http://schemas.microsoft.com/office/drawing/2014/main" id="{5D68D3CA-C064-6FF4-5079-81724F8BB02B}"/>
              </a:ext>
            </a:extLst>
          </p:cNvPr>
          <p:cNvPicPr>
            <a:picLocks noChangeAspect="1"/>
          </p:cNvPicPr>
          <p:nvPr/>
        </p:nvPicPr>
        <p:blipFill>
          <a:blip r:embed="rId2"/>
          <a:stretch>
            <a:fillRect/>
          </a:stretch>
        </p:blipFill>
        <p:spPr>
          <a:xfrm>
            <a:off x="6884094" y="3430610"/>
            <a:ext cx="4755927" cy="2293513"/>
          </a:xfrm>
          <a:prstGeom prst="rect">
            <a:avLst/>
          </a:prstGeom>
        </p:spPr>
      </p:pic>
      <p:sp>
        <p:nvSpPr>
          <p:cNvPr id="5" name="TextBox 4">
            <a:extLst>
              <a:ext uri="{FF2B5EF4-FFF2-40B4-BE49-F238E27FC236}">
                <a16:creationId xmlns:a16="http://schemas.microsoft.com/office/drawing/2014/main" id="{388EF137-84E9-FBEC-DCDD-6B3E68CDA7BF}"/>
              </a:ext>
            </a:extLst>
          </p:cNvPr>
          <p:cNvSpPr txBox="1"/>
          <p:nvPr/>
        </p:nvSpPr>
        <p:spPr>
          <a:xfrm>
            <a:off x="603830" y="6266413"/>
            <a:ext cx="1097628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Arial"/>
              </a:rPr>
              <a:t>Source:</a:t>
            </a:r>
            <a:r>
              <a:rPr lang="en-US">
                <a:ea typeface="+mn-lt"/>
                <a:cs typeface="+mn-lt"/>
                <a:hlinkClick r:id="rId3"/>
              </a:rPr>
              <a:t>https://www.ubrigene.com/wp-content/uploads/2024/10/Need-Aseptic-Fill-Finish-Support.jpg</a:t>
            </a:r>
            <a:endParaRPr lang="en-US"/>
          </a:p>
        </p:txBody>
      </p:sp>
      <p:sp>
        <p:nvSpPr>
          <p:cNvPr id="7" name="Slide Number Placeholder 6">
            <a:extLst>
              <a:ext uri="{FF2B5EF4-FFF2-40B4-BE49-F238E27FC236}">
                <a16:creationId xmlns:a16="http://schemas.microsoft.com/office/drawing/2014/main" id="{60015F15-D389-0E0B-F0E4-12823EBC0044}"/>
              </a:ext>
            </a:extLst>
          </p:cNvPr>
          <p:cNvSpPr>
            <a:spLocks noGrp="1"/>
          </p:cNvSpPr>
          <p:nvPr>
            <p:ph type="sldNum" sz="quarter" idx="12"/>
          </p:nvPr>
        </p:nvSpPr>
        <p:spPr/>
        <p:txBody>
          <a:bodyPr/>
          <a:lstStyle/>
          <a:p>
            <a:fld id="{E31375A4-56A4-47D6-9801-1991572033F7}" type="slidenum">
              <a:rPr lang="en-US" smtClean="0"/>
              <a:t>10</a:t>
            </a:fld>
            <a:endParaRPr lang="en-US"/>
          </a:p>
        </p:txBody>
      </p:sp>
    </p:spTree>
    <p:extLst>
      <p:ext uri="{BB962C8B-B14F-4D97-AF65-F5344CB8AC3E}">
        <p14:creationId xmlns:p14="http://schemas.microsoft.com/office/powerpoint/2010/main" val="3420048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71E51-F720-F0BC-1B61-6E92F1216416}"/>
              </a:ext>
            </a:extLst>
          </p:cNvPr>
          <p:cNvSpPr>
            <a:spLocks noGrp="1"/>
          </p:cNvSpPr>
          <p:nvPr>
            <p:ph type="title"/>
          </p:nvPr>
        </p:nvSpPr>
        <p:spPr/>
        <p:txBody>
          <a:bodyPr/>
          <a:lstStyle/>
          <a:p>
            <a:r>
              <a:rPr lang="en-US" b="0">
                <a:latin typeface="Times New Roman"/>
                <a:ea typeface="+mj-lt"/>
                <a:cs typeface="+mj-lt"/>
              </a:rPr>
              <a:t>mRNA Feed (Aqueous Phase)</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20C1486E-C13B-9D4D-4BB3-F148A553F146}"/>
              </a:ext>
            </a:extLst>
          </p:cNvPr>
          <p:cNvSpPr>
            <a:spLocks noGrp="1"/>
          </p:cNvSpPr>
          <p:nvPr>
            <p:ph idx="1"/>
          </p:nvPr>
        </p:nvSpPr>
        <p:spPr/>
        <p:txBody>
          <a:bodyPr vert="horz" lIns="91440" tIns="45720" rIns="91440" bIns="45720" rtlCol="0" anchor="t">
            <a:normAutofit/>
          </a:bodyPr>
          <a:lstStyle/>
          <a:p>
            <a:r>
              <a:rPr lang="en-US">
                <a:latin typeface="Times New Roman"/>
                <a:cs typeface="Arial"/>
              </a:rPr>
              <a:t>Single standed messenger RNA is dissolved in aqueous buffer.</a:t>
            </a:r>
          </a:p>
          <a:p>
            <a:pPr>
              <a:buClr>
                <a:srgbClr val="A43F27"/>
              </a:buClr>
            </a:pPr>
            <a:r>
              <a:rPr lang="en-US">
                <a:latin typeface="Times New Roman"/>
                <a:ea typeface="+mn-lt"/>
                <a:cs typeface="+mn-lt"/>
              </a:rPr>
              <a:t>Buffer Concentration ≤ 25 mM.</a:t>
            </a:r>
          </a:p>
          <a:p>
            <a:pPr>
              <a:buClr>
                <a:srgbClr val="A43F27"/>
              </a:buClr>
            </a:pPr>
            <a:r>
              <a:rPr lang="en-US">
                <a:latin typeface="Times New Roman"/>
                <a:ea typeface="+mn-lt"/>
                <a:cs typeface="+mn-lt"/>
              </a:rPr>
              <a:t>Typically 0.05 – 1 mg/mL</a:t>
            </a:r>
          </a:p>
          <a:p>
            <a:pPr>
              <a:buClr>
                <a:srgbClr val="A43F27"/>
              </a:buClr>
            </a:pPr>
            <a:r>
              <a:rPr lang="en-US">
                <a:latin typeface="Times New Roman"/>
                <a:ea typeface="+mn-lt"/>
                <a:cs typeface="+mn-lt"/>
              </a:rPr>
              <a:t>Chosen based on desired final dose &amp; encapsulation efficiency</a:t>
            </a:r>
            <a:endParaRPr lang="en-US" b="1">
              <a:latin typeface="Times New Roman"/>
              <a:cs typeface="Arial"/>
            </a:endParaRPr>
          </a:p>
          <a:p>
            <a:pPr>
              <a:buClr>
                <a:srgbClr val="A43F27"/>
              </a:buClr>
            </a:pPr>
            <a:r>
              <a:rPr lang="en-US">
                <a:latin typeface="Times New Roman"/>
                <a:cs typeface="Arial"/>
              </a:rPr>
              <a:t>pH = 4.0 during mixing</a:t>
            </a:r>
          </a:p>
        </p:txBody>
      </p:sp>
      <p:sp>
        <p:nvSpPr>
          <p:cNvPr id="4" name="Slide Number Placeholder 3">
            <a:extLst>
              <a:ext uri="{FF2B5EF4-FFF2-40B4-BE49-F238E27FC236}">
                <a16:creationId xmlns:a16="http://schemas.microsoft.com/office/drawing/2014/main" id="{C579DFA5-2B15-2A11-9C43-EEA8262A3D06}"/>
              </a:ext>
            </a:extLst>
          </p:cNvPr>
          <p:cNvSpPr>
            <a:spLocks noGrp="1"/>
          </p:cNvSpPr>
          <p:nvPr>
            <p:ph type="sldNum" sz="quarter" idx="12"/>
          </p:nvPr>
        </p:nvSpPr>
        <p:spPr/>
        <p:txBody>
          <a:bodyPr/>
          <a:lstStyle/>
          <a:p>
            <a:fld id="{E31375A4-56A4-47D6-9801-1991572033F7}" type="slidenum">
              <a:rPr lang="en-US" smtClean="0"/>
              <a:t>11</a:t>
            </a:fld>
            <a:endParaRPr lang="en-US"/>
          </a:p>
        </p:txBody>
      </p:sp>
    </p:spTree>
    <p:extLst>
      <p:ext uri="{BB962C8B-B14F-4D97-AF65-F5344CB8AC3E}">
        <p14:creationId xmlns:p14="http://schemas.microsoft.com/office/powerpoint/2010/main" val="2077231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6D2C1-43E1-DC07-16F0-8DA16CB70B87}"/>
              </a:ext>
            </a:extLst>
          </p:cNvPr>
          <p:cNvSpPr>
            <a:spLocks noGrp="1"/>
          </p:cNvSpPr>
          <p:nvPr>
            <p:ph type="title"/>
          </p:nvPr>
        </p:nvSpPr>
        <p:spPr/>
        <p:txBody>
          <a:bodyPr/>
          <a:lstStyle/>
          <a:p>
            <a:r>
              <a:rPr lang="en-US">
                <a:latin typeface="Times New Roman"/>
                <a:cs typeface="Arial"/>
              </a:rPr>
              <a:t>Buffer Systems and Lipid-RNA Relationships</a:t>
            </a:r>
            <a:endParaRPr lang="en-US">
              <a:latin typeface="Times New Roman"/>
            </a:endParaRPr>
          </a:p>
        </p:txBody>
      </p:sp>
      <p:sp>
        <p:nvSpPr>
          <p:cNvPr id="3" name="Content Placeholder 2">
            <a:extLst>
              <a:ext uri="{FF2B5EF4-FFF2-40B4-BE49-F238E27FC236}">
                <a16:creationId xmlns:a16="http://schemas.microsoft.com/office/drawing/2014/main" id="{23679846-0812-3D30-E0D6-B3EC67DA9056}"/>
              </a:ext>
            </a:extLst>
          </p:cNvPr>
          <p:cNvSpPr>
            <a:spLocks noGrp="1"/>
          </p:cNvSpPr>
          <p:nvPr>
            <p:ph idx="1"/>
          </p:nvPr>
        </p:nvSpPr>
        <p:spPr/>
        <p:txBody>
          <a:bodyPr vert="horz" lIns="91440" tIns="45720" rIns="91440" bIns="45720" rtlCol="0" anchor="t">
            <a:normAutofit/>
          </a:bodyPr>
          <a:lstStyle/>
          <a:p>
            <a:pPr>
              <a:buClr>
                <a:srgbClr val="A43F27"/>
              </a:buClr>
            </a:pPr>
            <a:r>
              <a:rPr lang="en-US" b="1">
                <a:latin typeface="Times New Roman"/>
                <a:ea typeface="+mn-lt"/>
                <a:cs typeface="+mn-lt"/>
              </a:rPr>
              <a:t>Allowed buffer bases:</a:t>
            </a:r>
            <a:endParaRPr lang="en-US">
              <a:latin typeface="Times New Roman"/>
              <a:cs typeface="Times New Roman"/>
            </a:endParaRPr>
          </a:p>
          <a:p>
            <a:pPr>
              <a:buClr>
                <a:srgbClr val="A43F27"/>
              </a:buClr>
            </a:pPr>
            <a:r>
              <a:rPr lang="en-US">
                <a:latin typeface="Times New Roman"/>
                <a:ea typeface="+mn-lt"/>
                <a:cs typeface="+mn-lt"/>
              </a:rPr>
              <a:t>Tris, Bis-Tris, Triethanolamine (TEA)</a:t>
            </a:r>
          </a:p>
          <a:p>
            <a:pPr>
              <a:buClr>
                <a:srgbClr val="A43F27"/>
              </a:buClr>
            </a:pPr>
            <a:r>
              <a:rPr lang="en-US" b="1">
                <a:latin typeface="Times New Roman"/>
                <a:ea typeface="+mn-lt"/>
                <a:cs typeface="+mn-lt"/>
              </a:rPr>
              <a:t>Allowed counter-anions:</a:t>
            </a:r>
            <a:endParaRPr lang="en-US">
              <a:latin typeface="Times New Roman"/>
              <a:cs typeface="Times New Roman"/>
            </a:endParaRPr>
          </a:p>
          <a:p>
            <a:pPr>
              <a:buClr>
                <a:srgbClr val="A43F27"/>
              </a:buClr>
            </a:pPr>
            <a:r>
              <a:rPr lang="en-US">
                <a:latin typeface="Times New Roman"/>
                <a:ea typeface="+mn-lt"/>
                <a:cs typeface="+mn-lt"/>
              </a:rPr>
              <a:t>Chloride, Acetate, Lactate, Glycolate, etc.</a:t>
            </a:r>
            <a:endParaRPr lang="en-US" sz="1500">
              <a:latin typeface="Times New Roman"/>
              <a:ea typeface="+mn-lt"/>
              <a:cs typeface="+mn-lt"/>
            </a:endParaRPr>
          </a:p>
          <a:p>
            <a:pPr>
              <a:buClr>
                <a:srgbClr val="A43F27"/>
              </a:buClr>
            </a:pPr>
            <a:r>
              <a:rPr lang="en-US">
                <a:latin typeface="Times New Roman"/>
                <a:cs typeface="Arial"/>
              </a:rPr>
              <a:t>Buffer Concentration </a:t>
            </a:r>
            <a:r>
              <a:rPr lang="en-US">
                <a:latin typeface="Times New Roman"/>
                <a:ea typeface="+mn-lt"/>
                <a:cs typeface="+mn-lt"/>
              </a:rPr>
              <a:t>≤ 25 mM</a:t>
            </a:r>
            <a:endParaRPr lang="en-US">
              <a:latin typeface="Times New Roman"/>
              <a:cs typeface="Arial"/>
            </a:endParaRPr>
          </a:p>
          <a:p>
            <a:pPr>
              <a:buClr>
                <a:srgbClr val="A43F27"/>
              </a:buClr>
            </a:pPr>
            <a:r>
              <a:rPr lang="en-US">
                <a:latin typeface="Times New Roman"/>
                <a:cs typeface="Times New Roman"/>
              </a:rPr>
              <a:t>Lipid</a:t>
            </a:r>
            <a:r>
              <a:rPr lang="en-US">
                <a:latin typeface="Times New Roman"/>
                <a:ea typeface="+mn-lt"/>
                <a:cs typeface="+mn-lt"/>
              </a:rPr>
              <a:t> : RNA (mass ratio):</a:t>
            </a:r>
            <a:endParaRPr lang="en-US">
              <a:latin typeface="Times New Roman"/>
              <a:cs typeface="Arial"/>
            </a:endParaRPr>
          </a:p>
          <a:p>
            <a:pPr lvl="1">
              <a:buClr>
                <a:srgbClr val="A43F27"/>
              </a:buClr>
            </a:pPr>
            <a:r>
              <a:rPr lang="en-US">
                <a:latin typeface="Times New Roman"/>
                <a:ea typeface="+mn-lt"/>
                <a:cs typeface="+mn-lt"/>
              </a:rPr>
              <a:t>~9 : 1 to ~20 : 1</a:t>
            </a:r>
            <a:endParaRPr lang="en-US">
              <a:latin typeface="Times New Roman"/>
              <a:cs typeface="Arial"/>
            </a:endParaRPr>
          </a:p>
          <a:p>
            <a:pPr>
              <a:buClr>
                <a:srgbClr val="A43F27"/>
              </a:buClr>
            </a:pPr>
            <a:endParaRPr lang="en-US">
              <a:latin typeface="Times New Roman"/>
              <a:cs typeface="Arial"/>
            </a:endParaRPr>
          </a:p>
          <a:p>
            <a:pPr>
              <a:buClr>
                <a:srgbClr val="A43F27"/>
              </a:buClr>
            </a:pPr>
            <a:endParaRPr lang="en-US">
              <a:latin typeface="Times New Roman"/>
              <a:cs typeface="Arial"/>
            </a:endParaRPr>
          </a:p>
        </p:txBody>
      </p:sp>
      <p:sp>
        <p:nvSpPr>
          <p:cNvPr id="4" name="Slide Number Placeholder 3">
            <a:extLst>
              <a:ext uri="{FF2B5EF4-FFF2-40B4-BE49-F238E27FC236}">
                <a16:creationId xmlns:a16="http://schemas.microsoft.com/office/drawing/2014/main" id="{DA8B4E19-D8D5-29A3-1857-D36EBE18A270}"/>
              </a:ext>
            </a:extLst>
          </p:cNvPr>
          <p:cNvSpPr>
            <a:spLocks noGrp="1"/>
          </p:cNvSpPr>
          <p:nvPr>
            <p:ph type="sldNum" sz="quarter" idx="12"/>
          </p:nvPr>
        </p:nvSpPr>
        <p:spPr/>
        <p:txBody>
          <a:bodyPr/>
          <a:lstStyle/>
          <a:p>
            <a:fld id="{E31375A4-56A4-47D6-9801-1991572033F7}" type="slidenum">
              <a:rPr lang="en-US" smtClean="0"/>
              <a:t>12</a:t>
            </a:fld>
            <a:endParaRPr lang="en-US"/>
          </a:p>
        </p:txBody>
      </p:sp>
    </p:spTree>
    <p:extLst>
      <p:ext uri="{BB962C8B-B14F-4D97-AF65-F5344CB8AC3E}">
        <p14:creationId xmlns:p14="http://schemas.microsoft.com/office/powerpoint/2010/main" val="1473785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A5096-BEFA-24A3-35FC-8231FF96B5D9}"/>
              </a:ext>
            </a:extLst>
          </p:cNvPr>
          <p:cNvSpPr>
            <a:spLocks noGrp="1"/>
          </p:cNvSpPr>
          <p:nvPr>
            <p:ph type="title"/>
          </p:nvPr>
        </p:nvSpPr>
        <p:spPr/>
        <p:txBody>
          <a:bodyPr/>
          <a:lstStyle/>
          <a:p>
            <a:r>
              <a:rPr lang="en-US">
                <a:latin typeface="Times New Roman"/>
                <a:cs typeface="Arial"/>
              </a:rPr>
              <a:t>Lipid Feed (Organic Phase)</a:t>
            </a:r>
            <a:endParaRPr lang="en-US">
              <a:latin typeface="Times New Roman"/>
              <a:cs typeface="Times New Roman"/>
            </a:endParaRPr>
          </a:p>
        </p:txBody>
      </p:sp>
      <p:graphicFrame>
        <p:nvGraphicFramePr>
          <p:cNvPr id="5" name="Content Placeholder 4">
            <a:extLst>
              <a:ext uri="{FF2B5EF4-FFF2-40B4-BE49-F238E27FC236}">
                <a16:creationId xmlns:a16="http://schemas.microsoft.com/office/drawing/2014/main" id="{89FD4BCD-4A29-2736-75C6-CCB577C1F500}"/>
              </a:ext>
            </a:extLst>
          </p:cNvPr>
          <p:cNvGraphicFramePr>
            <a:graphicFrameLocks noGrp="1"/>
          </p:cNvGraphicFramePr>
          <p:nvPr>
            <p:ph idx="1"/>
            <p:extLst>
              <p:ext uri="{D42A27DB-BD31-4B8C-83A1-F6EECF244321}">
                <p14:modId xmlns:p14="http://schemas.microsoft.com/office/powerpoint/2010/main" val="2189713259"/>
              </p:ext>
            </p:extLst>
          </p:nvPr>
        </p:nvGraphicFramePr>
        <p:xfrm>
          <a:off x="1295400" y="1981200"/>
          <a:ext cx="9601200" cy="2642065"/>
        </p:xfrm>
        <a:graphic>
          <a:graphicData uri="http://schemas.openxmlformats.org/drawingml/2006/table">
            <a:tbl>
              <a:tblPr bandRow="1">
                <a:tableStyleId>{BC89EF96-8CEA-46FF-86C4-4CE0E7609802}</a:tableStyleId>
              </a:tblPr>
              <a:tblGrid>
                <a:gridCol w="4800600">
                  <a:extLst>
                    <a:ext uri="{9D8B030D-6E8A-4147-A177-3AD203B41FA5}">
                      <a16:colId xmlns:a16="http://schemas.microsoft.com/office/drawing/2014/main" val="3281049319"/>
                    </a:ext>
                  </a:extLst>
                </a:gridCol>
                <a:gridCol w="4800600">
                  <a:extLst>
                    <a:ext uri="{9D8B030D-6E8A-4147-A177-3AD203B41FA5}">
                      <a16:colId xmlns:a16="http://schemas.microsoft.com/office/drawing/2014/main" val="3766951203"/>
                    </a:ext>
                  </a:extLst>
                </a:gridCol>
              </a:tblGrid>
              <a:tr h="528413">
                <a:tc>
                  <a:txBody>
                    <a:bodyPr/>
                    <a:lstStyle/>
                    <a:p>
                      <a:pPr>
                        <a:buNone/>
                      </a:pPr>
                      <a:r>
                        <a:rPr lang="en-US" sz="2000" b="1">
                          <a:latin typeface="Times New Roman"/>
                        </a:rPr>
                        <a:t>Component</a:t>
                      </a:r>
                    </a:p>
                  </a:txBody>
                  <a:tcPr anchor="ctr">
                    <a:lnL>
                      <a:noFill/>
                    </a:lnL>
                    <a:lnR>
                      <a:noFill/>
                    </a:lnR>
                    <a:lnT>
                      <a:noFill/>
                    </a:lnT>
                    <a:lnB>
                      <a:noFill/>
                    </a:lnB>
                    <a:noFill/>
                  </a:tcPr>
                </a:tc>
                <a:tc>
                  <a:txBody>
                    <a:bodyPr/>
                    <a:lstStyle/>
                    <a:p>
                      <a:pPr>
                        <a:buNone/>
                      </a:pPr>
                      <a:r>
                        <a:rPr lang="en-US" sz="2000" b="1">
                          <a:latin typeface="Times New Roman"/>
                        </a:rPr>
                        <a:t>Typical Role</a:t>
                      </a:r>
                    </a:p>
                  </a:txBody>
                  <a:tcPr anchor="ctr">
                    <a:lnL>
                      <a:noFill/>
                    </a:lnL>
                    <a:lnR>
                      <a:noFill/>
                    </a:lnR>
                    <a:lnT>
                      <a:noFill/>
                    </a:lnT>
                    <a:lnB>
                      <a:noFill/>
                    </a:lnB>
                    <a:noFill/>
                  </a:tcPr>
                </a:tc>
                <a:extLst>
                  <a:ext uri="{0D108BD9-81ED-4DB2-BD59-A6C34878D82A}">
                    <a16:rowId xmlns:a16="http://schemas.microsoft.com/office/drawing/2014/main" val="3177349705"/>
                  </a:ext>
                </a:extLst>
              </a:tr>
              <a:tr h="528413">
                <a:tc>
                  <a:txBody>
                    <a:bodyPr/>
                    <a:lstStyle/>
                    <a:p>
                      <a:pPr>
                        <a:buNone/>
                      </a:pPr>
                      <a:r>
                        <a:rPr lang="en-US" sz="2000" b="0">
                          <a:latin typeface="Times New Roman"/>
                        </a:rPr>
                        <a:t>Ionizable lipid</a:t>
                      </a:r>
                    </a:p>
                  </a:txBody>
                  <a:tcPr anchor="ctr">
                    <a:lnL>
                      <a:noFill/>
                    </a:lnL>
                    <a:lnR>
                      <a:noFill/>
                    </a:lnR>
                    <a:lnT>
                      <a:noFill/>
                    </a:lnT>
                    <a:lnB>
                      <a:noFill/>
                    </a:lnB>
                    <a:noFill/>
                  </a:tcPr>
                </a:tc>
                <a:tc>
                  <a:txBody>
                    <a:bodyPr/>
                    <a:lstStyle/>
                    <a:p>
                      <a:pPr>
                        <a:buNone/>
                      </a:pPr>
                      <a:r>
                        <a:rPr lang="en-US" sz="2000" b="0">
                          <a:latin typeface="Times New Roman"/>
                        </a:rPr>
                        <a:t>Electrostatic binding to mRNA</a:t>
                      </a:r>
                    </a:p>
                  </a:txBody>
                  <a:tcPr anchor="ctr">
                    <a:lnL>
                      <a:noFill/>
                    </a:lnL>
                    <a:lnR>
                      <a:noFill/>
                    </a:lnR>
                    <a:lnT>
                      <a:noFill/>
                    </a:lnT>
                    <a:lnB>
                      <a:noFill/>
                    </a:lnB>
                    <a:noFill/>
                  </a:tcPr>
                </a:tc>
                <a:extLst>
                  <a:ext uri="{0D108BD9-81ED-4DB2-BD59-A6C34878D82A}">
                    <a16:rowId xmlns:a16="http://schemas.microsoft.com/office/drawing/2014/main" val="4224909236"/>
                  </a:ext>
                </a:extLst>
              </a:tr>
              <a:tr h="528413">
                <a:tc>
                  <a:txBody>
                    <a:bodyPr/>
                    <a:lstStyle/>
                    <a:p>
                      <a:pPr>
                        <a:buNone/>
                      </a:pPr>
                      <a:r>
                        <a:rPr lang="en-US" sz="2000" b="0">
                          <a:latin typeface="Times New Roman"/>
                        </a:rPr>
                        <a:t>Phospholipid</a:t>
                      </a:r>
                    </a:p>
                  </a:txBody>
                  <a:tcPr anchor="ctr">
                    <a:lnL>
                      <a:noFill/>
                    </a:lnL>
                    <a:lnR>
                      <a:noFill/>
                    </a:lnR>
                    <a:lnT>
                      <a:noFill/>
                    </a:lnT>
                    <a:lnB>
                      <a:noFill/>
                    </a:lnB>
                    <a:noFill/>
                  </a:tcPr>
                </a:tc>
                <a:tc>
                  <a:txBody>
                    <a:bodyPr/>
                    <a:lstStyle/>
                    <a:p>
                      <a:pPr>
                        <a:buNone/>
                      </a:pPr>
                      <a:r>
                        <a:rPr lang="en-US" sz="2000" b="0">
                          <a:latin typeface="Times New Roman"/>
                        </a:rPr>
                        <a:t>Structural scaffold</a:t>
                      </a:r>
                    </a:p>
                  </a:txBody>
                  <a:tcPr anchor="ctr">
                    <a:lnL>
                      <a:noFill/>
                    </a:lnL>
                    <a:lnR>
                      <a:noFill/>
                    </a:lnR>
                    <a:lnT>
                      <a:noFill/>
                    </a:lnT>
                    <a:lnB>
                      <a:noFill/>
                    </a:lnB>
                    <a:noFill/>
                  </a:tcPr>
                </a:tc>
                <a:extLst>
                  <a:ext uri="{0D108BD9-81ED-4DB2-BD59-A6C34878D82A}">
                    <a16:rowId xmlns:a16="http://schemas.microsoft.com/office/drawing/2014/main" val="1810604046"/>
                  </a:ext>
                </a:extLst>
              </a:tr>
              <a:tr h="528413">
                <a:tc>
                  <a:txBody>
                    <a:bodyPr/>
                    <a:lstStyle/>
                    <a:p>
                      <a:pPr>
                        <a:buNone/>
                      </a:pPr>
                      <a:r>
                        <a:rPr lang="en-US" sz="2000" b="0">
                          <a:latin typeface="Times New Roman"/>
                        </a:rPr>
                        <a:t>Cholesterol</a:t>
                      </a:r>
                    </a:p>
                  </a:txBody>
                  <a:tcPr anchor="ctr">
                    <a:lnL>
                      <a:noFill/>
                    </a:lnL>
                    <a:lnR>
                      <a:noFill/>
                    </a:lnR>
                    <a:lnT>
                      <a:noFill/>
                    </a:lnT>
                    <a:lnB>
                      <a:noFill/>
                    </a:lnB>
                    <a:noFill/>
                  </a:tcPr>
                </a:tc>
                <a:tc>
                  <a:txBody>
                    <a:bodyPr/>
                    <a:lstStyle/>
                    <a:p>
                      <a:pPr>
                        <a:buNone/>
                      </a:pPr>
                      <a:r>
                        <a:rPr lang="en-US" sz="2000" b="0">
                          <a:latin typeface="Times New Roman"/>
                        </a:rPr>
                        <a:t>Membrane rigidity &amp; packing</a:t>
                      </a:r>
                    </a:p>
                  </a:txBody>
                  <a:tcPr anchor="ctr">
                    <a:lnL>
                      <a:noFill/>
                    </a:lnL>
                    <a:lnR>
                      <a:noFill/>
                    </a:lnR>
                    <a:lnT>
                      <a:noFill/>
                    </a:lnT>
                    <a:lnB>
                      <a:noFill/>
                    </a:lnB>
                    <a:noFill/>
                  </a:tcPr>
                </a:tc>
                <a:extLst>
                  <a:ext uri="{0D108BD9-81ED-4DB2-BD59-A6C34878D82A}">
                    <a16:rowId xmlns:a16="http://schemas.microsoft.com/office/drawing/2014/main" val="1217539364"/>
                  </a:ext>
                </a:extLst>
              </a:tr>
              <a:tr h="528413">
                <a:tc>
                  <a:txBody>
                    <a:bodyPr/>
                    <a:lstStyle/>
                    <a:p>
                      <a:pPr>
                        <a:buNone/>
                      </a:pPr>
                      <a:r>
                        <a:rPr lang="en-US" sz="2000" b="0">
                          <a:latin typeface="Times New Roman"/>
                        </a:rPr>
                        <a:t>PEG-lipid</a:t>
                      </a:r>
                    </a:p>
                  </a:txBody>
                  <a:tcPr anchor="ctr">
                    <a:lnL>
                      <a:noFill/>
                    </a:lnL>
                    <a:lnR>
                      <a:noFill/>
                    </a:lnR>
                    <a:lnT>
                      <a:noFill/>
                    </a:lnT>
                    <a:lnB>
                      <a:noFill/>
                    </a:lnB>
                    <a:noFill/>
                  </a:tcPr>
                </a:tc>
                <a:tc>
                  <a:txBody>
                    <a:bodyPr/>
                    <a:lstStyle/>
                    <a:p>
                      <a:pPr>
                        <a:buNone/>
                      </a:pPr>
                      <a:r>
                        <a:rPr lang="en-US" sz="2000" b="0">
                          <a:latin typeface="Times New Roman"/>
                        </a:rPr>
                        <a:t>Size control &amp; colloidal stability</a:t>
                      </a:r>
                    </a:p>
                  </a:txBody>
                  <a:tcPr anchor="ctr">
                    <a:lnL>
                      <a:noFill/>
                    </a:lnL>
                    <a:lnR>
                      <a:noFill/>
                    </a:lnR>
                    <a:lnT>
                      <a:noFill/>
                    </a:lnT>
                    <a:lnB>
                      <a:noFill/>
                    </a:lnB>
                    <a:noFill/>
                  </a:tcPr>
                </a:tc>
                <a:extLst>
                  <a:ext uri="{0D108BD9-81ED-4DB2-BD59-A6C34878D82A}">
                    <a16:rowId xmlns:a16="http://schemas.microsoft.com/office/drawing/2014/main" val="1013615801"/>
                  </a:ext>
                </a:extLst>
              </a:tr>
            </a:tbl>
          </a:graphicData>
        </a:graphic>
      </p:graphicFrame>
      <p:sp>
        <p:nvSpPr>
          <p:cNvPr id="8" name="TextBox 7">
            <a:extLst>
              <a:ext uri="{FF2B5EF4-FFF2-40B4-BE49-F238E27FC236}">
                <a16:creationId xmlns:a16="http://schemas.microsoft.com/office/drawing/2014/main" id="{44D295F2-4906-526E-8E0D-00BEF96A6DB5}"/>
              </a:ext>
            </a:extLst>
          </p:cNvPr>
          <p:cNvSpPr txBox="1"/>
          <p:nvPr/>
        </p:nvSpPr>
        <p:spPr>
          <a:xfrm>
            <a:off x="1333500" y="4648200"/>
            <a:ext cx="85725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Times New Roman"/>
                <a:ea typeface="+mn-lt"/>
                <a:cs typeface="+mn-lt"/>
              </a:rPr>
              <a:t>Total lipid concentration is 10 mM</a:t>
            </a:r>
            <a:endParaRPr lang="en-US" sz="2000">
              <a:latin typeface="Times New Roman"/>
              <a:cs typeface="Arial"/>
            </a:endParaRPr>
          </a:p>
        </p:txBody>
      </p:sp>
      <p:sp>
        <p:nvSpPr>
          <p:cNvPr id="3" name="Slide Number Placeholder 2">
            <a:extLst>
              <a:ext uri="{FF2B5EF4-FFF2-40B4-BE49-F238E27FC236}">
                <a16:creationId xmlns:a16="http://schemas.microsoft.com/office/drawing/2014/main" id="{B3D97412-3099-FAF6-8CB7-8EF977EC90A0}"/>
              </a:ext>
            </a:extLst>
          </p:cNvPr>
          <p:cNvSpPr>
            <a:spLocks noGrp="1"/>
          </p:cNvSpPr>
          <p:nvPr>
            <p:ph type="sldNum" sz="quarter" idx="12"/>
          </p:nvPr>
        </p:nvSpPr>
        <p:spPr/>
        <p:txBody>
          <a:bodyPr/>
          <a:lstStyle/>
          <a:p>
            <a:fld id="{E31375A4-56A4-47D6-9801-1991572033F7}" type="slidenum">
              <a:rPr lang="en-US" smtClean="0"/>
              <a:t>13</a:t>
            </a:fld>
            <a:endParaRPr lang="en-US"/>
          </a:p>
        </p:txBody>
      </p:sp>
    </p:spTree>
    <p:extLst>
      <p:ext uri="{BB962C8B-B14F-4D97-AF65-F5344CB8AC3E}">
        <p14:creationId xmlns:p14="http://schemas.microsoft.com/office/powerpoint/2010/main" val="2012411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33246-3F09-FF1F-B0CD-E298A7823BD4}"/>
              </a:ext>
            </a:extLst>
          </p:cNvPr>
          <p:cNvSpPr>
            <a:spLocks noGrp="1"/>
          </p:cNvSpPr>
          <p:nvPr>
            <p:ph type="title"/>
          </p:nvPr>
        </p:nvSpPr>
        <p:spPr/>
        <p:txBody>
          <a:bodyPr/>
          <a:lstStyle/>
          <a:p>
            <a:r>
              <a:rPr lang="en-US">
                <a:latin typeface="Times New Roman"/>
                <a:cs typeface="Arial"/>
              </a:rPr>
              <a:t>Ionizable Lipids</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8121F77D-47F6-5648-FAB0-D3D4912A6979}"/>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There are large libraries of ionizable/cationic lipids, including:</a:t>
            </a:r>
            <a:endParaRPr lang="en-US">
              <a:latin typeface="Times New Roman"/>
              <a:cs typeface="Arial"/>
            </a:endParaRPr>
          </a:p>
          <a:p>
            <a:pPr>
              <a:buClr>
                <a:srgbClr val="A43F27"/>
              </a:buClr>
            </a:pPr>
            <a:r>
              <a:rPr lang="en-US">
                <a:latin typeface="Times New Roman"/>
                <a:ea typeface="+mn-lt"/>
                <a:cs typeface="+mn-lt"/>
              </a:rPr>
              <a:t>Tertiary amine–based ionizable lipids</a:t>
            </a:r>
            <a:endParaRPr lang="en-US">
              <a:latin typeface="Times New Roman"/>
              <a:cs typeface="Arial"/>
            </a:endParaRPr>
          </a:p>
          <a:p>
            <a:pPr>
              <a:buClr>
                <a:srgbClr val="A43F27"/>
              </a:buClr>
            </a:pPr>
            <a:r>
              <a:rPr lang="en-US">
                <a:latin typeface="Times New Roman"/>
                <a:ea typeface="+mn-lt"/>
                <a:cs typeface="+mn-lt"/>
              </a:rPr>
              <a:t>Biodegradable ionizable lipids</a:t>
            </a:r>
            <a:endParaRPr lang="en-US">
              <a:latin typeface="Times New Roman"/>
              <a:cs typeface="Arial"/>
            </a:endParaRPr>
          </a:p>
          <a:p>
            <a:pPr>
              <a:buClr>
                <a:srgbClr val="A43F27"/>
              </a:buClr>
            </a:pPr>
            <a:r>
              <a:rPr lang="en-US">
                <a:latin typeface="Times New Roman"/>
                <a:ea typeface="+mn-lt"/>
                <a:cs typeface="+mn-lt"/>
              </a:rPr>
              <a:t>Ester-, amide-, and carbamate-linked lipids</a:t>
            </a:r>
            <a:endParaRPr lang="en-US">
              <a:latin typeface="Times New Roman"/>
              <a:cs typeface="Arial"/>
            </a:endParaRPr>
          </a:p>
          <a:p>
            <a:pPr>
              <a:buClr>
                <a:srgbClr val="A43F27"/>
              </a:buClr>
            </a:pPr>
            <a:r>
              <a:rPr lang="en-US">
                <a:latin typeface="Times New Roman"/>
                <a:cs typeface="Arial"/>
              </a:rPr>
              <a:t>Examples: DLin-MC3-DMA, SM-102, ALC-0315, C12-200</a:t>
            </a:r>
          </a:p>
          <a:p>
            <a:pPr>
              <a:buClr>
                <a:srgbClr val="A43F27"/>
              </a:buClr>
            </a:pPr>
            <a:r>
              <a:rPr lang="en-US">
                <a:latin typeface="Times New Roman"/>
                <a:cs typeface="Times New Roman"/>
              </a:rPr>
              <a:t>Key property:</a:t>
            </a:r>
            <a:r>
              <a:rPr lang="en-US">
                <a:latin typeface="Times New Roman"/>
                <a:ea typeface="+mn-lt"/>
                <a:cs typeface="+mn-lt"/>
              </a:rPr>
              <a:t> pKa ≈ 6.2 – 6.8</a:t>
            </a:r>
            <a:endParaRPr lang="en-US">
              <a:latin typeface="Times New Roman"/>
              <a:cs typeface="Arial"/>
            </a:endParaRPr>
          </a:p>
          <a:p>
            <a:pPr>
              <a:buClr>
                <a:srgbClr val="A43F27"/>
              </a:buClr>
            </a:pPr>
            <a:r>
              <a:rPr lang="en-US">
                <a:latin typeface="Times New Roman"/>
                <a:ea typeface="+mn-lt"/>
                <a:cs typeface="+mn-lt"/>
              </a:rPr>
              <a:t>pH 4 ensures full protonation of ionizable lipid</a:t>
            </a:r>
          </a:p>
          <a:p>
            <a:pPr>
              <a:buClr>
                <a:srgbClr val="A43F27"/>
              </a:buClr>
            </a:pPr>
            <a:endParaRPr lang="en-US">
              <a:latin typeface="Times New Roman"/>
              <a:ea typeface="+mn-lt"/>
              <a:cs typeface="+mn-lt"/>
            </a:endParaRPr>
          </a:p>
          <a:p>
            <a:pPr>
              <a:buClr>
                <a:srgbClr val="A43F27"/>
              </a:buClr>
            </a:pPr>
            <a:endParaRPr lang="en-US">
              <a:latin typeface="Times New Roman"/>
              <a:cs typeface="Arial"/>
            </a:endParaRPr>
          </a:p>
          <a:p>
            <a:pPr>
              <a:buClr>
                <a:srgbClr val="A43F27"/>
              </a:buClr>
            </a:pPr>
            <a:endParaRPr lang="en-US">
              <a:latin typeface="Times New Roman"/>
              <a:cs typeface="Arial"/>
            </a:endParaRPr>
          </a:p>
        </p:txBody>
      </p:sp>
      <p:sp>
        <p:nvSpPr>
          <p:cNvPr id="4" name="Slide Number Placeholder 3">
            <a:extLst>
              <a:ext uri="{FF2B5EF4-FFF2-40B4-BE49-F238E27FC236}">
                <a16:creationId xmlns:a16="http://schemas.microsoft.com/office/drawing/2014/main" id="{16EC8D03-815C-0F5F-CB98-44CF7B3B2399}"/>
              </a:ext>
            </a:extLst>
          </p:cNvPr>
          <p:cNvSpPr>
            <a:spLocks noGrp="1"/>
          </p:cNvSpPr>
          <p:nvPr>
            <p:ph type="sldNum" sz="quarter" idx="12"/>
          </p:nvPr>
        </p:nvSpPr>
        <p:spPr/>
        <p:txBody>
          <a:bodyPr/>
          <a:lstStyle/>
          <a:p>
            <a:fld id="{E31375A4-56A4-47D6-9801-1991572033F7}" type="slidenum">
              <a:rPr lang="en-US" smtClean="0"/>
              <a:t>14</a:t>
            </a:fld>
            <a:endParaRPr lang="en-US"/>
          </a:p>
        </p:txBody>
      </p:sp>
      <p:pic>
        <p:nvPicPr>
          <p:cNvPr id="5" name="Picture 4">
            <a:extLst>
              <a:ext uri="{FF2B5EF4-FFF2-40B4-BE49-F238E27FC236}">
                <a16:creationId xmlns:a16="http://schemas.microsoft.com/office/drawing/2014/main" id="{0754C748-F580-1B49-A3AC-44F1584509F7}"/>
              </a:ext>
            </a:extLst>
          </p:cNvPr>
          <p:cNvPicPr>
            <a:picLocks noChangeAspect="1"/>
          </p:cNvPicPr>
          <p:nvPr/>
        </p:nvPicPr>
        <p:blipFill>
          <a:blip r:embed="rId2"/>
          <a:stretch>
            <a:fillRect/>
          </a:stretch>
        </p:blipFill>
        <p:spPr>
          <a:xfrm>
            <a:off x="8357828" y="1054130"/>
            <a:ext cx="3225742" cy="3786459"/>
          </a:xfrm>
          <a:prstGeom prst="rect">
            <a:avLst/>
          </a:prstGeom>
        </p:spPr>
      </p:pic>
      <p:pic>
        <p:nvPicPr>
          <p:cNvPr id="6" name="Picture 5" descr="A black line on a white background&#10;&#10;AI-generated content may be incorrect.">
            <a:extLst>
              <a:ext uri="{FF2B5EF4-FFF2-40B4-BE49-F238E27FC236}">
                <a16:creationId xmlns:a16="http://schemas.microsoft.com/office/drawing/2014/main" id="{A2CD8034-B8D5-0C61-C4AE-41B84019031C}"/>
              </a:ext>
            </a:extLst>
          </p:cNvPr>
          <p:cNvPicPr>
            <a:picLocks noChangeAspect="1"/>
          </p:cNvPicPr>
          <p:nvPr/>
        </p:nvPicPr>
        <p:blipFill>
          <a:blip r:embed="rId3"/>
          <a:stretch>
            <a:fillRect/>
          </a:stretch>
        </p:blipFill>
        <p:spPr>
          <a:xfrm>
            <a:off x="6609451" y="4895670"/>
            <a:ext cx="5299135" cy="1077943"/>
          </a:xfrm>
          <a:prstGeom prst="rect">
            <a:avLst/>
          </a:prstGeom>
        </p:spPr>
      </p:pic>
      <p:sp>
        <p:nvSpPr>
          <p:cNvPr id="7" name="TextBox 6">
            <a:extLst>
              <a:ext uri="{FF2B5EF4-FFF2-40B4-BE49-F238E27FC236}">
                <a16:creationId xmlns:a16="http://schemas.microsoft.com/office/drawing/2014/main" id="{3B30F2A0-0EC4-39EF-2386-058A6F3AA0C8}"/>
              </a:ext>
            </a:extLst>
          </p:cNvPr>
          <p:cNvSpPr txBox="1"/>
          <p:nvPr/>
        </p:nvSpPr>
        <p:spPr>
          <a:xfrm>
            <a:off x="7218697" y="5966762"/>
            <a:ext cx="4678962"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a:latin typeface="Times New Roman"/>
                <a:cs typeface="Arial"/>
              </a:rPr>
              <a:t>General structure of cationic lipids</a:t>
            </a:r>
          </a:p>
        </p:txBody>
      </p:sp>
    </p:spTree>
    <p:extLst>
      <p:ext uri="{BB962C8B-B14F-4D97-AF65-F5344CB8AC3E}">
        <p14:creationId xmlns:p14="http://schemas.microsoft.com/office/powerpoint/2010/main" val="2455909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5F646-1876-2BDE-0558-8DC280BBA665}"/>
              </a:ext>
            </a:extLst>
          </p:cNvPr>
          <p:cNvSpPr>
            <a:spLocks noGrp="1"/>
          </p:cNvSpPr>
          <p:nvPr>
            <p:ph type="title"/>
          </p:nvPr>
        </p:nvSpPr>
        <p:spPr/>
        <p:txBody>
          <a:bodyPr/>
          <a:lstStyle/>
          <a:p>
            <a:r>
              <a:rPr lang="en-US">
                <a:latin typeface="Times New Roman"/>
                <a:cs typeface="Arial"/>
              </a:rPr>
              <a:t>Helper Lipids Examples</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7E30759A-A376-09FC-C3BF-20702538334D}"/>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DSPC, DPPC, DMPC, ALC-0159, DOPC, DOPE, DOPG, DOPS</a:t>
            </a:r>
            <a:endParaRPr lang="en-US">
              <a:latin typeface="Times New Roman"/>
              <a:cs typeface="Arial"/>
            </a:endParaRPr>
          </a:p>
          <a:p>
            <a:pPr>
              <a:buClr>
                <a:srgbClr val="A43F27"/>
              </a:buClr>
            </a:pPr>
            <a:r>
              <a:rPr lang="en-US">
                <a:latin typeface="Times New Roman"/>
                <a:ea typeface="+mn-lt"/>
                <a:cs typeface="+mn-lt"/>
              </a:rPr>
              <a:t>Sphingomyelins, Glycolipids</a:t>
            </a:r>
            <a:endParaRPr lang="en-US">
              <a:latin typeface="Times New Roman"/>
              <a:cs typeface="Arial"/>
            </a:endParaRPr>
          </a:p>
          <a:p>
            <a:pPr>
              <a:buClr>
                <a:srgbClr val="A43F27"/>
              </a:buClr>
            </a:pPr>
            <a:r>
              <a:rPr lang="en-US" b="1">
                <a:latin typeface="Times New Roman"/>
                <a:ea typeface="+mn-lt"/>
                <a:cs typeface="+mn-lt"/>
              </a:rPr>
              <a:t>Role:</a:t>
            </a:r>
            <a:endParaRPr lang="en-US">
              <a:latin typeface="Times New Roman"/>
              <a:cs typeface="Times New Roman"/>
            </a:endParaRPr>
          </a:p>
          <a:p>
            <a:pPr>
              <a:buClr>
                <a:srgbClr val="A43F27"/>
              </a:buClr>
            </a:pPr>
            <a:r>
              <a:rPr lang="en-US">
                <a:latin typeface="Times New Roman"/>
                <a:ea typeface="+mn-lt"/>
                <a:cs typeface="+mn-lt"/>
              </a:rPr>
              <a:t>Structural stability and membrane organization</a:t>
            </a:r>
            <a:endParaRPr lang="en-US">
              <a:latin typeface="Times New Roman"/>
              <a:cs typeface="Arial"/>
            </a:endParaRPr>
          </a:p>
          <a:p>
            <a:pPr>
              <a:buClr>
                <a:srgbClr val="A43F27"/>
              </a:buClr>
            </a:pPr>
            <a:endParaRPr lang="en-US">
              <a:latin typeface="Times New Roman"/>
              <a:cs typeface="Arial"/>
            </a:endParaRPr>
          </a:p>
        </p:txBody>
      </p:sp>
      <p:sp>
        <p:nvSpPr>
          <p:cNvPr id="4" name="Slide Number Placeholder 3">
            <a:extLst>
              <a:ext uri="{FF2B5EF4-FFF2-40B4-BE49-F238E27FC236}">
                <a16:creationId xmlns:a16="http://schemas.microsoft.com/office/drawing/2014/main" id="{7F0220FD-4181-EE0B-4A82-3A6A2FA3A799}"/>
              </a:ext>
            </a:extLst>
          </p:cNvPr>
          <p:cNvSpPr>
            <a:spLocks noGrp="1"/>
          </p:cNvSpPr>
          <p:nvPr>
            <p:ph type="sldNum" sz="quarter" idx="12"/>
          </p:nvPr>
        </p:nvSpPr>
        <p:spPr/>
        <p:txBody>
          <a:bodyPr/>
          <a:lstStyle/>
          <a:p>
            <a:fld id="{E31375A4-56A4-47D6-9801-1991572033F7}" type="slidenum">
              <a:rPr lang="en-US" smtClean="0"/>
              <a:t>15</a:t>
            </a:fld>
            <a:endParaRPr lang="en-US"/>
          </a:p>
        </p:txBody>
      </p:sp>
      <p:pic>
        <p:nvPicPr>
          <p:cNvPr id="5" name="Picture 4" descr="A white background with black text">
            <a:extLst>
              <a:ext uri="{FF2B5EF4-FFF2-40B4-BE49-F238E27FC236}">
                <a16:creationId xmlns:a16="http://schemas.microsoft.com/office/drawing/2014/main" id="{8819E6C5-348B-751B-E6FE-9079751BDF89}"/>
              </a:ext>
            </a:extLst>
          </p:cNvPr>
          <p:cNvPicPr>
            <a:picLocks noChangeAspect="1"/>
          </p:cNvPicPr>
          <p:nvPr/>
        </p:nvPicPr>
        <p:blipFill>
          <a:blip r:embed="rId2"/>
          <a:stretch>
            <a:fillRect/>
          </a:stretch>
        </p:blipFill>
        <p:spPr>
          <a:xfrm>
            <a:off x="812860" y="3886919"/>
            <a:ext cx="10580658" cy="2175295"/>
          </a:xfrm>
          <a:prstGeom prst="rect">
            <a:avLst/>
          </a:prstGeom>
        </p:spPr>
      </p:pic>
    </p:spTree>
    <p:extLst>
      <p:ext uri="{BB962C8B-B14F-4D97-AF65-F5344CB8AC3E}">
        <p14:creationId xmlns:p14="http://schemas.microsoft.com/office/powerpoint/2010/main" val="568990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22D39-1CB6-8B71-999D-CA278AC75CF1}"/>
              </a:ext>
            </a:extLst>
          </p:cNvPr>
          <p:cNvSpPr>
            <a:spLocks noGrp="1"/>
          </p:cNvSpPr>
          <p:nvPr>
            <p:ph type="title"/>
          </p:nvPr>
        </p:nvSpPr>
        <p:spPr>
          <a:xfrm>
            <a:off x="1295400" y="187704"/>
            <a:ext cx="9601200" cy="1142385"/>
          </a:xfrm>
        </p:spPr>
        <p:txBody>
          <a:bodyPr/>
          <a:lstStyle/>
          <a:p>
            <a:r>
              <a:rPr lang="en-US" b="0">
                <a:ea typeface="+mj-lt"/>
                <a:cs typeface="+mj-lt"/>
              </a:rPr>
              <a:t>Sterols &amp; Lipopolymers</a:t>
            </a:r>
            <a:endParaRPr lang="en-US"/>
          </a:p>
        </p:txBody>
      </p:sp>
      <p:sp>
        <p:nvSpPr>
          <p:cNvPr id="3" name="Content Placeholder 2">
            <a:extLst>
              <a:ext uri="{FF2B5EF4-FFF2-40B4-BE49-F238E27FC236}">
                <a16:creationId xmlns:a16="http://schemas.microsoft.com/office/drawing/2014/main" id="{3D0BD15C-3E69-8793-66FA-0F05C34DD844}"/>
              </a:ext>
            </a:extLst>
          </p:cNvPr>
          <p:cNvSpPr>
            <a:spLocks noGrp="1"/>
          </p:cNvSpPr>
          <p:nvPr>
            <p:ph idx="1"/>
          </p:nvPr>
        </p:nvSpPr>
        <p:spPr>
          <a:xfrm>
            <a:off x="979252" y="1543457"/>
            <a:ext cx="9917348" cy="4547679"/>
          </a:xfrm>
        </p:spPr>
        <p:txBody>
          <a:bodyPr vert="horz" lIns="91440" tIns="45720" rIns="91440" bIns="45720" rtlCol="0" anchor="t">
            <a:normAutofit fontScale="92500" lnSpcReduction="10000"/>
          </a:bodyPr>
          <a:lstStyle/>
          <a:p>
            <a:r>
              <a:rPr lang="en-US" b="1">
                <a:latin typeface="Times New Roman"/>
                <a:ea typeface="+mn-lt"/>
                <a:cs typeface="+mn-lt"/>
              </a:rPr>
              <a:t>Sterols:</a:t>
            </a:r>
            <a:endParaRPr lang="en-US">
              <a:latin typeface="Times New Roman"/>
              <a:cs typeface="Arial"/>
            </a:endParaRPr>
          </a:p>
          <a:p>
            <a:pPr>
              <a:buClr>
                <a:srgbClr val="A43F27"/>
              </a:buClr>
            </a:pPr>
            <a:r>
              <a:rPr lang="en-US">
                <a:latin typeface="Times New Roman"/>
                <a:ea typeface="+mn-lt"/>
                <a:cs typeface="+mn-lt"/>
              </a:rPr>
              <a:t>Cholesterol</a:t>
            </a:r>
            <a:endParaRPr lang="en-US">
              <a:latin typeface="Times New Roman"/>
              <a:cs typeface="Times New Roman"/>
            </a:endParaRPr>
          </a:p>
          <a:p>
            <a:pPr>
              <a:buClr>
                <a:srgbClr val="A43F27"/>
              </a:buClr>
            </a:pPr>
            <a:r>
              <a:rPr lang="en-US">
                <a:latin typeface="Times New Roman"/>
                <a:ea typeface="+mn-lt"/>
                <a:cs typeface="+mn-lt"/>
              </a:rPr>
              <a:t>Derivatives</a:t>
            </a:r>
            <a:endParaRPr lang="en-US">
              <a:latin typeface="Times New Roman"/>
              <a:cs typeface="Times New Roman"/>
            </a:endParaRPr>
          </a:p>
          <a:p>
            <a:pPr>
              <a:buClr>
                <a:srgbClr val="A43F27"/>
              </a:buClr>
            </a:pPr>
            <a:r>
              <a:rPr lang="en-US">
                <a:latin typeface="Times New Roman"/>
                <a:ea typeface="+mn-lt"/>
                <a:cs typeface="+mn-lt"/>
              </a:rPr>
              <a:t>Phytosterols</a:t>
            </a:r>
          </a:p>
          <a:p>
            <a:pPr>
              <a:buClr>
                <a:srgbClr val="A43F27"/>
              </a:buClr>
            </a:pPr>
            <a:r>
              <a:rPr lang="en-US">
                <a:latin typeface="Times New Roman"/>
                <a:ea typeface="+mn-lt"/>
                <a:cs typeface="+mn-lt"/>
              </a:rPr>
              <a:t>Increase membrane rigidity</a:t>
            </a:r>
          </a:p>
          <a:p>
            <a:pPr>
              <a:buClr>
                <a:srgbClr val="A43F27"/>
              </a:buClr>
            </a:pPr>
            <a:r>
              <a:rPr lang="en-US" b="1">
                <a:latin typeface="Times New Roman"/>
                <a:ea typeface="+mn-lt"/>
                <a:cs typeface="+mn-lt"/>
              </a:rPr>
              <a:t>Lipopolymers:</a:t>
            </a:r>
            <a:endParaRPr lang="en-US">
              <a:latin typeface="Times New Roman"/>
              <a:cs typeface="Arial"/>
            </a:endParaRPr>
          </a:p>
          <a:p>
            <a:pPr>
              <a:buClr>
                <a:srgbClr val="A43F27"/>
              </a:buClr>
            </a:pPr>
            <a:r>
              <a:rPr lang="en-US">
                <a:latin typeface="Times New Roman"/>
                <a:ea typeface="+mn-lt"/>
                <a:cs typeface="+mn-lt"/>
              </a:rPr>
              <a:t>PEG-lipids</a:t>
            </a:r>
            <a:endParaRPr lang="en-US">
              <a:latin typeface="Times New Roman"/>
              <a:cs typeface="Times New Roman"/>
            </a:endParaRPr>
          </a:p>
          <a:p>
            <a:pPr>
              <a:buClr>
                <a:srgbClr val="A43F27"/>
              </a:buClr>
            </a:pPr>
            <a:r>
              <a:rPr lang="en-US">
                <a:latin typeface="Times New Roman"/>
                <a:ea typeface="+mn-lt"/>
                <a:cs typeface="+mn-lt"/>
              </a:rPr>
              <a:t>PEG-phospholipids</a:t>
            </a:r>
            <a:endParaRPr lang="en-US">
              <a:latin typeface="Times New Roman"/>
              <a:cs typeface="Times New Roman"/>
            </a:endParaRPr>
          </a:p>
          <a:p>
            <a:pPr>
              <a:buClr>
                <a:srgbClr val="A43F27"/>
              </a:buClr>
            </a:pPr>
            <a:r>
              <a:rPr lang="en-US">
                <a:latin typeface="Times New Roman"/>
                <a:ea typeface="+mn-lt"/>
                <a:cs typeface="+mn-lt"/>
              </a:rPr>
              <a:t>Polysarcosine-lipids</a:t>
            </a:r>
            <a:endParaRPr lang="en-US">
              <a:latin typeface="Times New Roman"/>
              <a:cs typeface="Times New Roman"/>
            </a:endParaRPr>
          </a:p>
          <a:p>
            <a:pPr>
              <a:buClr>
                <a:srgbClr val="A43F27"/>
              </a:buClr>
            </a:pPr>
            <a:r>
              <a:rPr lang="en-US">
                <a:latin typeface="Times New Roman"/>
                <a:cs typeface="Arial"/>
              </a:rPr>
              <a:t>Prevent aggregation</a:t>
            </a:r>
          </a:p>
          <a:p>
            <a:pPr>
              <a:buClr>
                <a:srgbClr val="A43F27"/>
              </a:buClr>
            </a:pPr>
            <a:endParaRPr lang="en-US">
              <a:latin typeface="Times New Roman"/>
              <a:cs typeface="Arial"/>
            </a:endParaRPr>
          </a:p>
          <a:p>
            <a:pPr>
              <a:buClr>
                <a:srgbClr val="A43F27"/>
              </a:buClr>
            </a:pPr>
            <a:endParaRPr lang="en-US">
              <a:latin typeface="Times New Roman"/>
              <a:cs typeface="Arial"/>
            </a:endParaRPr>
          </a:p>
        </p:txBody>
      </p:sp>
      <p:sp>
        <p:nvSpPr>
          <p:cNvPr id="4" name="Slide Number Placeholder 3">
            <a:extLst>
              <a:ext uri="{FF2B5EF4-FFF2-40B4-BE49-F238E27FC236}">
                <a16:creationId xmlns:a16="http://schemas.microsoft.com/office/drawing/2014/main" id="{935ED7C0-3CE8-C533-08BD-EE876E249437}"/>
              </a:ext>
            </a:extLst>
          </p:cNvPr>
          <p:cNvSpPr>
            <a:spLocks noGrp="1"/>
          </p:cNvSpPr>
          <p:nvPr>
            <p:ph type="sldNum" sz="quarter" idx="12"/>
          </p:nvPr>
        </p:nvSpPr>
        <p:spPr/>
        <p:txBody>
          <a:bodyPr/>
          <a:lstStyle/>
          <a:p>
            <a:fld id="{E31375A4-56A4-47D6-9801-1991572033F7}" type="slidenum">
              <a:rPr lang="en-US" smtClean="0"/>
              <a:t>16</a:t>
            </a:fld>
            <a:endParaRPr lang="en-US"/>
          </a:p>
        </p:txBody>
      </p:sp>
      <p:pic>
        <p:nvPicPr>
          <p:cNvPr id="5" name="Picture 4">
            <a:extLst>
              <a:ext uri="{FF2B5EF4-FFF2-40B4-BE49-F238E27FC236}">
                <a16:creationId xmlns:a16="http://schemas.microsoft.com/office/drawing/2014/main" id="{F034DE98-6A22-75B4-0374-9BE2DB0B0B4C}"/>
              </a:ext>
            </a:extLst>
          </p:cNvPr>
          <p:cNvPicPr>
            <a:picLocks noChangeAspect="1"/>
          </p:cNvPicPr>
          <p:nvPr/>
        </p:nvPicPr>
        <p:blipFill>
          <a:blip r:embed="rId2"/>
          <a:srcRect l="-203" t="447" r="-134" b="-270"/>
          <a:stretch>
            <a:fillRect/>
          </a:stretch>
        </p:blipFill>
        <p:spPr>
          <a:xfrm>
            <a:off x="4444783" y="2104963"/>
            <a:ext cx="6078308" cy="3004566"/>
          </a:xfrm>
          <a:prstGeom prst="rect">
            <a:avLst/>
          </a:prstGeom>
        </p:spPr>
      </p:pic>
    </p:spTree>
    <p:extLst>
      <p:ext uri="{BB962C8B-B14F-4D97-AF65-F5344CB8AC3E}">
        <p14:creationId xmlns:p14="http://schemas.microsoft.com/office/powerpoint/2010/main" val="689001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table with numbers and symbols&#10;&#10;AI-generated content may be incorrect.">
            <a:extLst>
              <a:ext uri="{FF2B5EF4-FFF2-40B4-BE49-F238E27FC236}">
                <a16:creationId xmlns:a16="http://schemas.microsoft.com/office/drawing/2014/main" id="{104988EE-2AB8-D0A0-9F46-9D029E38FEDC}"/>
              </a:ext>
            </a:extLst>
          </p:cNvPr>
          <p:cNvPicPr>
            <a:picLocks noGrp="1" noChangeAspect="1"/>
          </p:cNvPicPr>
          <p:nvPr>
            <p:ph idx="1"/>
          </p:nvPr>
        </p:nvPicPr>
        <p:blipFill>
          <a:blip r:embed="rId2"/>
          <a:stretch>
            <a:fillRect/>
          </a:stretch>
        </p:blipFill>
        <p:spPr>
          <a:xfrm>
            <a:off x="679314" y="237296"/>
            <a:ext cx="10857689" cy="4314659"/>
          </a:xfrm>
          <a:prstGeom prst="rect">
            <a:avLst/>
          </a:prstGeom>
        </p:spPr>
      </p:pic>
      <p:sp>
        <p:nvSpPr>
          <p:cNvPr id="4" name="Slide Number Placeholder 3">
            <a:extLst>
              <a:ext uri="{FF2B5EF4-FFF2-40B4-BE49-F238E27FC236}">
                <a16:creationId xmlns:a16="http://schemas.microsoft.com/office/drawing/2014/main" id="{A8D45856-482C-E22D-5388-E673DD0C0E26}"/>
              </a:ext>
            </a:extLst>
          </p:cNvPr>
          <p:cNvSpPr>
            <a:spLocks noGrp="1"/>
          </p:cNvSpPr>
          <p:nvPr>
            <p:ph type="sldNum" sz="quarter" idx="12"/>
          </p:nvPr>
        </p:nvSpPr>
        <p:spPr/>
        <p:txBody>
          <a:bodyPr/>
          <a:lstStyle/>
          <a:p>
            <a:fld id="{E31375A4-56A4-47D6-9801-1991572033F7}" type="slidenum">
              <a:rPr lang="en-US" smtClean="0"/>
              <a:t>17</a:t>
            </a:fld>
            <a:endParaRPr lang="en-US"/>
          </a:p>
        </p:txBody>
      </p:sp>
      <p:sp>
        <p:nvSpPr>
          <p:cNvPr id="6" name="TextBox 5">
            <a:extLst>
              <a:ext uri="{FF2B5EF4-FFF2-40B4-BE49-F238E27FC236}">
                <a16:creationId xmlns:a16="http://schemas.microsoft.com/office/drawing/2014/main" id="{B4D1808E-B9FA-FEC6-0E14-1A3E80694CEA}"/>
              </a:ext>
            </a:extLst>
          </p:cNvPr>
          <p:cNvSpPr txBox="1"/>
          <p:nvPr/>
        </p:nvSpPr>
        <p:spPr>
          <a:xfrm>
            <a:off x="676838" y="4555522"/>
            <a:ext cx="10795119" cy="12464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Times New Roman"/>
                <a:cs typeface="Arial"/>
              </a:rPr>
              <a:t>An example of composition from EPO patent. </a:t>
            </a:r>
            <a:r>
              <a:rPr lang="en-US" sz="2000">
                <a:solidFill>
                  <a:srgbClr val="000000"/>
                </a:solidFill>
                <a:latin typeface="Times New Roman"/>
                <a:cs typeface="Arial"/>
              </a:rPr>
              <a:t>C12-200 LNPs were prepared by microfluidic mixing using the NanoAssemblr</a:t>
            </a:r>
            <a:r>
              <a:rPr lang="en-US" sz="2000" baseline="30000">
                <a:solidFill>
                  <a:srgbClr val="000000"/>
                </a:solidFill>
                <a:latin typeface="Times New Roman"/>
                <a:cs typeface="Arial"/>
              </a:rPr>
              <a:t>®</a:t>
            </a:r>
            <a:r>
              <a:rPr lang="en-US" sz="2000">
                <a:solidFill>
                  <a:srgbClr val="000000"/>
                </a:solidFill>
                <a:latin typeface="Times New Roman"/>
                <a:cs typeface="Arial"/>
              </a:rPr>
              <a:t> Ignite</a:t>
            </a:r>
            <a:r>
              <a:rPr lang="en-US" sz="2000" baseline="30000">
                <a:solidFill>
                  <a:srgbClr val="000000"/>
                </a:solidFill>
                <a:latin typeface="Times New Roman"/>
                <a:cs typeface="Arial"/>
              </a:rPr>
              <a:t>™</a:t>
            </a:r>
            <a:r>
              <a:rPr lang="en-US" sz="2000">
                <a:solidFill>
                  <a:srgbClr val="000000"/>
                </a:solidFill>
                <a:latin typeface="Times New Roman"/>
                <a:cs typeface="Arial"/>
              </a:rPr>
              <a:t> microfluidic mixer system (Precision Nanosystems Inc., Vancouver, Canada), which uses a toroidal micromixer chip.</a:t>
            </a:r>
            <a:endParaRPr lang="en-US"/>
          </a:p>
          <a:p>
            <a:r>
              <a:rPr lang="en-US" sz="1500">
                <a:solidFill>
                  <a:srgbClr val="000000"/>
                </a:solidFill>
                <a:latin typeface="Times New Roman"/>
                <a:cs typeface="Arial"/>
              </a:rPr>
              <a:t>MMG: monomycoloyl glycerol</a:t>
            </a:r>
          </a:p>
        </p:txBody>
      </p:sp>
    </p:spTree>
    <p:extLst>
      <p:ext uri="{BB962C8B-B14F-4D97-AF65-F5344CB8AC3E}">
        <p14:creationId xmlns:p14="http://schemas.microsoft.com/office/powerpoint/2010/main" val="1227349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8A105-1A64-7D22-878C-0BC4BFF3536D}"/>
              </a:ext>
            </a:extLst>
          </p:cNvPr>
          <p:cNvSpPr>
            <a:spLocks noGrp="1"/>
          </p:cNvSpPr>
          <p:nvPr>
            <p:ph type="title"/>
          </p:nvPr>
        </p:nvSpPr>
        <p:spPr/>
        <p:txBody>
          <a:bodyPr/>
          <a:lstStyle/>
          <a:p>
            <a:r>
              <a:rPr lang="en-US" b="0">
                <a:latin typeface="Times New Roman"/>
                <a:ea typeface="+mj-lt"/>
                <a:cs typeface="+mj-lt"/>
              </a:rPr>
              <a:t>Design Space</a:t>
            </a:r>
            <a:endParaRPr lang="en-US">
              <a:latin typeface="Times New Roman"/>
              <a:cs typeface="Times New Roman"/>
            </a:endParaRPr>
          </a:p>
        </p:txBody>
      </p:sp>
      <p:graphicFrame>
        <p:nvGraphicFramePr>
          <p:cNvPr id="9" name="Content Placeholder 8">
            <a:extLst>
              <a:ext uri="{FF2B5EF4-FFF2-40B4-BE49-F238E27FC236}">
                <a16:creationId xmlns:a16="http://schemas.microsoft.com/office/drawing/2014/main" id="{C317B1F9-C900-1DEF-529C-14197EC98AFF}"/>
              </a:ext>
            </a:extLst>
          </p:cNvPr>
          <p:cNvGraphicFramePr>
            <a:graphicFrameLocks noGrp="1"/>
          </p:cNvGraphicFramePr>
          <p:nvPr>
            <p:ph idx="1"/>
            <p:extLst>
              <p:ext uri="{D42A27DB-BD31-4B8C-83A1-F6EECF244321}">
                <p14:modId xmlns:p14="http://schemas.microsoft.com/office/powerpoint/2010/main" val="1568704972"/>
              </p:ext>
            </p:extLst>
          </p:nvPr>
        </p:nvGraphicFramePr>
        <p:xfrm>
          <a:off x="1295400" y="1981200"/>
          <a:ext cx="9601200" cy="1981200"/>
        </p:xfrm>
        <a:graphic>
          <a:graphicData uri="http://schemas.openxmlformats.org/drawingml/2006/table">
            <a:tbl>
              <a:tblPr bandRow="1">
                <a:tableStyleId>{BC89EF96-8CEA-46FF-86C4-4CE0E7609802}</a:tableStyleId>
              </a:tblPr>
              <a:tblGrid>
                <a:gridCol w="3200400">
                  <a:extLst>
                    <a:ext uri="{9D8B030D-6E8A-4147-A177-3AD203B41FA5}">
                      <a16:colId xmlns:a16="http://schemas.microsoft.com/office/drawing/2014/main" val="2473704255"/>
                    </a:ext>
                  </a:extLst>
                </a:gridCol>
                <a:gridCol w="3200400">
                  <a:extLst>
                    <a:ext uri="{9D8B030D-6E8A-4147-A177-3AD203B41FA5}">
                      <a16:colId xmlns:a16="http://schemas.microsoft.com/office/drawing/2014/main" val="612901297"/>
                    </a:ext>
                  </a:extLst>
                </a:gridCol>
                <a:gridCol w="3200400">
                  <a:extLst>
                    <a:ext uri="{9D8B030D-6E8A-4147-A177-3AD203B41FA5}">
                      <a16:colId xmlns:a16="http://schemas.microsoft.com/office/drawing/2014/main" val="2768106545"/>
                    </a:ext>
                  </a:extLst>
                </a:gridCol>
              </a:tblGrid>
              <a:tr h="0">
                <a:tc>
                  <a:txBody>
                    <a:bodyPr/>
                    <a:lstStyle/>
                    <a:p>
                      <a:pPr>
                        <a:buNone/>
                      </a:pPr>
                      <a:r>
                        <a:rPr lang="en-US" sz="2000" b="1">
                          <a:latin typeface="Times New Roman"/>
                        </a:rPr>
                        <a:t>Component</a:t>
                      </a:r>
                    </a:p>
                  </a:txBody>
                  <a:tcPr anchor="ctr">
                    <a:lnL>
                      <a:noFill/>
                    </a:lnL>
                    <a:lnR>
                      <a:noFill/>
                    </a:lnR>
                    <a:lnT>
                      <a:noFill/>
                    </a:lnT>
                    <a:lnB>
                      <a:noFill/>
                    </a:lnB>
                    <a:noFill/>
                  </a:tcPr>
                </a:tc>
                <a:tc>
                  <a:txBody>
                    <a:bodyPr/>
                    <a:lstStyle/>
                    <a:p>
                      <a:pPr>
                        <a:buNone/>
                      </a:pPr>
                      <a:r>
                        <a:rPr lang="en-US" sz="2000" b="1">
                          <a:latin typeface="Times New Roman"/>
                        </a:rPr>
                        <a:t>Allowed Range (mol%)</a:t>
                      </a:r>
                    </a:p>
                  </a:txBody>
                  <a:tcPr anchor="ctr">
                    <a:lnL>
                      <a:noFill/>
                    </a:lnL>
                    <a:lnR>
                      <a:noFill/>
                    </a:lnR>
                    <a:lnT>
                      <a:noFill/>
                    </a:lnT>
                    <a:lnB>
                      <a:noFill/>
                    </a:lnB>
                    <a:noFill/>
                  </a:tcPr>
                </a:tc>
                <a:tc>
                  <a:txBody>
                    <a:bodyPr/>
                    <a:lstStyle/>
                    <a:p>
                      <a:pPr>
                        <a:buNone/>
                      </a:pPr>
                      <a:r>
                        <a:rPr lang="en-US" sz="2000" b="1">
                          <a:latin typeface="Times New Roman"/>
                        </a:rPr>
                        <a:t>Preferred Range</a:t>
                      </a:r>
                    </a:p>
                  </a:txBody>
                  <a:tcPr anchor="ctr">
                    <a:lnL>
                      <a:noFill/>
                    </a:lnL>
                    <a:lnR>
                      <a:noFill/>
                    </a:lnR>
                    <a:lnT>
                      <a:noFill/>
                    </a:lnT>
                    <a:lnB>
                      <a:noFill/>
                    </a:lnB>
                    <a:noFill/>
                  </a:tcPr>
                </a:tc>
                <a:extLst>
                  <a:ext uri="{0D108BD9-81ED-4DB2-BD59-A6C34878D82A}">
                    <a16:rowId xmlns:a16="http://schemas.microsoft.com/office/drawing/2014/main" val="2727847578"/>
                  </a:ext>
                </a:extLst>
              </a:tr>
              <a:tr h="0">
                <a:tc>
                  <a:txBody>
                    <a:bodyPr/>
                    <a:lstStyle/>
                    <a:p>
                      <a:pPr>
                        <a:buNone/>
                      </a:pPr>
                      <a:r>
                        <a:rPr lang="en-US" sz="2000">
                          <a:latin typeface="Times New Roman"/>
                        </a:rPr>
                        <a:t>Ionizable lipid</a:t>
                      </a:r>
                    </a:p>
                  </a:txBody>
                  <a:tcPr anchor="ctr">
                    <a:lnL>
                      <a:noFill/>
                    </a:lnL>
                    <a:lnR>
                      <a:noFill/>
                    </a:lnR>
                    <a:lnT>
                      <a:noFill/>
                    </a:lnT>
                    <a:lnB>
                      <a:noFill/>
                    </a:lnB>
                    <a:noFill/>
                  </a:tcPr>
                </a:tc>
                <a:tc>
                  <a:txBody>
                    <a:bodyPr/>
                    <a:lstStyle/>
                    <a:p>
                      <a:pPr>
                        <a:buNone/>
                      </a:pPr>
                      <a:r>
                        <a:rPr lang="en-US" sz="2000">
                          <a:latin typeface="Times New Roman"/>
                        </a:rPr>
                        <a:t>10 – 60</a:t>
                      </a:r>
                    </a:p>
                  </a:txBody>
                  <a:tcPr anchor="ctr">
                    <a:lnL>
                      <a:noFill/>
                    </a:lnL>
                    <a:lnR>
                      <a:noFill/>
                    </a:lnR>
                    <a:lnT>
                      <a:noFill/>
                    </a:lnT>
                    <a:lnB>
                      <a:noFill/>
                    </a:lnB>
                    <a:noFill/>
                  </a:tcPr>
                </a:tc>
                <a:tc>
                  <a:txBody>
                    <a:bodyPr/>
                    <a:lstStyle/>
                    <a:p>
                      <a:pPr>
                        <a:buNone/>
                      </a:pPr>
                      <a:r>
                        <a:rPr lang="en-US" sz="2000">
                          <a:latin typeface="Times New Roman"/>
                        </a:rPr>
                        <a:t>30 – 40</a:t>
                      </a:r>
                    </a:p>
                  </a:txBody>
                  <a:tcPr anchor="ctr">
                    <a:lnL>
                      <a:noFill/>
                    </a:lnL>
                    <a:lnR>
                      <a:noFill/>
                    </a:lnR>
                    <a:lnT>
                      <a:noFill/>
                    </a:lnT>
                    <a:lnB>
                      <a:noFill/>
                    </a:lnB>
                    <a:noFill/>
                  </a:tcPr>
                </a:tc>
                <a:extLst>
                  <a:ext uri="{0D108BD9-81ED-4DB2-BD59-A6C34878D82A}">
                    <a16:rowId xmlns:a16="http://schemas.microsoft.com/office/drawing/2014/main" val="2145146668"/>
                  </a:ext>
                </a:extLst>
              </a:tr>
              <a:tr h="0">
                <a:tc>
                  <a:txBody>
                    <a:bodyPr/>
                    <a:lstStyle/>
                    <a:p>
                      <a:pPr>
                        <a:buNone/>
                      </a:pPr>
                      <a:r>
                        <a:rPr lang="en-US" sz="2000">
                          <a:latin typeface="Times New Roman"/>
                        </a:rPr>
                        <a:t>Helper lipid</a:t>
                      </a:r>
                    </a:p>
                  </a:txBody>
                  <a:tcPr anchor="ctr">
                    <a:lnL>
                      <a:noFill/>
                    </a:lnL>
                    <a:lnR>
                      <a:noFill/>
                    </a:lnR>
                    <a:lnT>
                      <a:noFill/>
                    </a:lnT>
                    <a:lnB>
                      <a:noFill/>
                    </a:lnB>
                    <a:noFill/>
                  </a:tcPr>
                </a:tc>
                <a:tc>
                  <a:txBody>
                    <a:bodyPr/>
                    <a:lstStyle/>
                    <a:p>
                      <a:pPr>
                        <a:buNone/>
                      </a:pPr>
                      <a:r>
                        <a:rPr lang="en-US" sz="2000">
                          <a:latin typeface="Times New Roman"/>
                        </a:rPr>
                        <a:t>5 – 30</a:t>
                      </a:r>
                    </a:p>
                  </a:txBody>
                  <a:tcPr anchor="ctr">
                    <a:lnL>
                      <a:noFill/>
                    </a:lnL>
                    <a:lnR>
                      <a:noFill/>
                    </a:lnR>
                    <a:lnT>
                      <a:noFill/>
                    </a:lnT>
                    <a:lnB>
                      <a:noFill/>
                    </a:lnB>
                    <a:noFill/>
                  </a:tcPr>
                </a:tc>
                <a:tc>
                  <a:txBody>
                    <a:bodyPr/>
                    <a:lstStyle/>
                    <a:p>
                      <a:pPr>
                        <a:buNone/>
                      </a:pPr>
                      <a:r>
                        <a:rPr lang="en-US" sz="2000">
                          <a:latin typeface="Times New Roman"/>
                        </a:rPr>
                        <a:t>10 – 20</a:t>
                      </a:r>
                    </a:p>
                  </a:txBody>
                  <a:tcPr anchor="ctr">
                    <a:lnL>
                      <a:noFill/>
                    </a:lnL>
                    <a:lnR>
                      <a:noFill/>
                    </a:lnR>
                    <a:lnT>
                      <a:noFill/>
                    </a:lnT>
                    <a:lnB>
                      <a:noFill/>
                    </a:lnB>
                    <a:noFill/>
                  </a:tcPr>
                </a:tc>
                <a:extLst>
                  <a:ext uri="{0D108BD9-81ED-4DB2-BD59-A6C34878D82A}">
                    <a16:rowId xmlns:a16="http://schemas.microsoft.com/office/drawing/2014/main" val="2087045977"/>
                  </a:ext>
                </a:extLst>
              </a:tr>
              <a:tr h="0">
                <a:tc>
                  <a:txBody>
                    <a:bodyPr/>
                    <a:lstStyle/>
                    <a:p>
                      <a:pPr>
                        <a:buNone/>
                      </a:pPr>
                      <a:r>
                        <a:rPr lang="en-US" sz="2000">
                          <a:latin typeface="Times New Roman"/>
                        </a:rPr>
                        <a:t>Sterol</a:t>
                      </a:r>
                    </a:p>
                  </a:txBody>
                  <a:tcPr anchor="ctr">
                    <a:lnL>
                      <a:noFill/>
                    </a:lnL>
                    <a:lnR>
                      <a:noFill/>
                    </a:lnR>
                    <a:lnT>
                      <a:noFill/>
                    </a:lnT>
                    <a:lnB>
                      <a:noFill/>
                    </a:lnB>
                    <a:noFill/>
                  </a:tcPr>
                </a:tc>
                <a:tc>
                  <a:txBody>
                    <a:bodyPr/>
                    <a:lstStyle/>
                    <a:p>
                      <a:pPr>
                        <a:buNone/>
                      </a:pPr>
                      <a:r>
                        <a:rPr lang="en-US" sz="2000">
                          <a:latin typeface="Times New Roman"/>
                        </a:rPr>
                        <a:t>5 – 70</a:t>
                      </a:r>
                    </a:p>
                  </a:txBody>
                  <a:tcPr anchor="ctr">
                    <a:lnL>
                      <a:noFill/>
                    </a:lnL>
                    <a:lnR>
                      <a:noFill/>
                    </a:lnR>
                    <a:lnT>
                      <a:noFill/>
                    </a:lnT>
                    <a:lnB>
                      <a:noFill/>
                    </a:lnB>
                    <a:noFill/>
                  </a:tcPr>
                </a:tc>
                <a:tc>
                  <a:txBody>
                    <a:bodyPr/>
                    <a:lstStyle/>
                    <a:p>
                      <a:pPr>
                        <a:buNone/>
                      </a:pPr>
                      <a:r>
                        <a:rPr lang="en-US" sz="2000">
                          <a:latin typeface="Times New Roman"/>
                        </a:rPr>
                        <a:t>10 – 50</a:t>
                      </a:r>
                    </a:p>
                  </a:txBody>
                  <a:tcPr anchor="ctr">
                    <a:lnL>
                      <a:noFill/>
                    </a:lnL>
                    <a:lnR>
                      <a:noFill/>
                    </a:lnR>
                    <a:lnT>
                      <a:noFill/>
                    </a:lnT>
                    <a:lnB>
                      <a:noFill/>
                    </a:lnB>
                    <a:noFill/>
                  </a:tcPr>
                </a:tc>
                <a:extLst>
                  <a:ext uri="{0D108BD9-81ED-4DB2-BD59-A6C34878D82A}">
                    <a16:rowId xmlns:a16="http://schemas.microsoft.com/office/drawing/2014/main" val="1265623940"/>
                  </a:ext>
                </a:extLst>
              </a:tr>
              <a:tr h="0">
                <a:tc>
                  <a:txBody>
                    <a:bodyPr/>
                    <a:lstStyle/>
                    <a:p>
                      <a:pPr>
                        <a:buNone/>
                      </a:pPr>
                      <a:r>
                        <a:rPr lang="en-US" sz="2000">
                          <a:latin typeface="Times New Roman"/>
                        </a:rPr>
                        <a:t>Lipopolymer</a:t>
                      </a:r>
                    </a:p>
                  </a:txBody>
                  <a:tcPr anchor="ctr">
                    <a:lnL>
                      <a:noFill/>
                    </a:lnL>
                    <a:lnR>
                      <a:noFill/>
                    </a:lnR>
                    <a:lnT>
                      <a:noFill/>
                    </a:lnT>
                    <a:lnB>
                      <a:noFill/>
                    </a:lnB>
                    <a:noFill/>
                  </a:tcPr>
                </a:tc>
                <a:tc>
                  <a:txBody>
                    <a:bodyPr/>
                    <a:lstStyle/>
                    <a:p>
                      <a:pPr>
                        <a:buNone/>
                      </a:pPr>
                      <a:r>
                        <a:rPr lang="en-US" sz="2000">
                          <a:latin typeface="Times New Roman"/>
                        </a:rPr>
                        <a:t>0.5 – 50</a:t>
                      </a:r>
                    </a:p>
                  </a:txBody>
                  <a:tcPr anchor="ctr">
                    <a:lnL>
                      <a:noFill/>
                    </a:lnL>
                    <a:lnR>
                      <a:noFill/>
                    </a:lnR>
                    <a:lnT>
                      <a:noFill/>
                    </a:lnT>
                    <a:lnB>
                      <a:noFill/>
                    </a:lnB>
                    <a:noFill/>
                  </a:tcPr>
                </a:tc>
                <a:tc>
                  <a:txBody>
                    <a:bodyPr/>
                    <a:lstStyle/>
                    <a:p>
                      <a:pPr>
                        <a:buNone/>
                      </a:pPr>
                      <a:r>
                        <a:rPr lang="en-US" sz="2000">
                          <a:latin typeface="Times New Roman"/>
                        </a:rPr>
                        <a:t>1 – 5</a:t>
                      </a:r>
                    </a:p>
                  </a:txBody>
                  <a:tcPr anchor="ctr">
                    <a:lnL>
                      <a:noFill/>
                    </a:lnL>
                    <a:lnR>
                      <a:noFill/>
                    </a:lnR>
                    <a:lnT>
                      <a:noFill/>
                    </a:lnT>
                    <a:lnB>
                      <a:noFill/>
                    </a:lnB>
                    <a:noFill/>
                  </a:tcPr>
                </a:tc>
                <a:extLst>
                  <a:ext uri="{0D108BD9-81ED-4DB2-BD59-A6C34878D82A}">
                    <a16:rowId xmlns:a16="http://schemas.microsoft.com/office/drawing/2014/main" val="467471674"/>
                  </a:ext>
                </a:extLst>
              </a:tr>
            </a:tbl>
          </a:graphicData>
        </a:graphic>
      </p:graphicFrame>
      <p:sp>
        <p:nvSpPr>
          <p:cNvPr id="3" name="TextBox 2">
            <a:extLst>
              <a:ext uri="{FF2B5EF4-FFF2-40B4-BE49-F238E27FC236}">
                <a16:creationId xmlns:a16="http://schemas.microsoft.com/office/drawing/2014/main" id="{71A182C8-4A9F-1B30-429C-BFABFE48B8E8}"/>
              </a:ext>
            </a:extLst>
          </p:cNvPr>
          <p:cNvSpPr txBox="1"/>
          <p:nvPr/>
        </p:nvSpPr>
        <p:spPr>
          <a:xfrm>
            <a:off x="1323032" y="4153319"/>
            <a:ext cx="9562681"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Times New Roman"/>
                <a:ea typeface="+mn-lt"/>
                <a:cs typeface="+mn-lt"/>
              </a:rPr>
              <a:t>Aqueous : Organic = 1:1 to 3:1, with 3:1 most commonly reported.</a:t>
            </a:r>
          </a:p>
          <a:p>
            <a:endParaRPr lang="en-US" sz="2000">
              <a:solidFill>
                <a:srgbClr val="2D2E2D"/>
              </a:solidFill>
              <a:latin typeface="Times New Roman"/>
              <a:ea typeface="Open Sans"/>
              <a:cs typeface="Arial"/>
            </a:endParaRPr>
          </a:p>
          <a:p>
            <a:r>
              <a:rPr lang="en-US" sz="2000">
                <a:solidFill>
                  <a:srgbClr val="000000"/>
                </a:solidFill>
                <a:latin typeface="Times New Roman"/>
                <a:ea typeface="Open Sans"/>
                <a:cs typeface="Open Sans"/>
              </a:rPr>
              <a:t>Obtaining structurally distinct LNPs often requires drastically changing the chemical composition.</a:t>
            </a:r>
            <a:endParaRPr lang="en-US" sz="2000">
              <a:latin typeface="Times New Roman"/>
            </a:endParaRPr>
          </a:p>
        </p:txBody>
      </p:sp>
      <p:sp>
        <p:nvSpPr>
          <p:cNvPr id="4" name="Slide Number Placeholder 3">
            <a:extLst>
              <a:ext uri="{FF2B5EF4-FFF2-40B4-BE49-F238E27FC236}">
                <a16:creationId xmlns:a16="http://schemas.microsoft.com/office/drawing/2014/main" id="{8BE4A781-AAC6-37A1-2F6E-34911BEDC7E9}"/>
              </a:ext>
            </a:extLst>
          </p:cNvPr>
          <p:cNvSpPr>
            <a:spLocks noGrp="1"/>
          </p:cNvSpPr>
          <p:nvPr>
            <p:ph type="sldNum" sz="quarter" idx="12"/>
          </p:nvPr>
        </p:nvSpPr>
        <p:spPr/>
        <p:txBody>
          <a:bodyPr/>
          <a:lstStyle/>
          <a:p>
            <a:fld id="{E31375A4-56A4-47D6-9801-1991572033F7}" type="slidenum">
              <a:rPr lang="en-US" smtClean="0"/>
              <a:t>18</a:t>
            </a:fld>
            <a:endParaRPr lang="en-US"/>
          </a:p>
        </p:txBody>
      </p:sp>
    </p:spTree>
    <p:extLst>
      <p:ext uri="{BB962C8B-B14F-4D97-AF65-F5344CB8AC3E}">
        <p14:creationId xmlns:p14="http://schemas.microsoft.com/office/powerpoint/2010/main" val="645056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5D625-7AE5-60D6-0D40-D8F7020618E2}"/>
              </a:ext>
            </a:extLst>
          </p:cNvPr>
          <p:cNvSpPr>
            <a:spLocks noGrp="1"/>
          </p:cNvSpPr>
          <p:nvPr>
            <p:ph type="title"/>
          </p:nvPr>
        </p:nvSpPr>
        <p:spPr/>
        <p:txBody>
          <a:bodyPr/>
          <a:lstStyle/>
          <a:p>
            <a:r>
              <a:rPr lang="en-US">
                <a:latin typeface="Times New Roman"/>
                <a:cs typeface="Times New Roman"/>
              </a:rPr>
              <a:t>N/P ratio (critical feed parameter)</a:t>
            </a:r>
          </a:p>
        </p:txBody>
      </p:sp>
      <p:sp>
        <p:nvSpPr>
          <p:cNvPr id="3" name="Content Placeholder 2">
            <a:extLst>
              <a:ext uri="{FF2B5EF4-FFF2-40B4-BE49-F238E27FC236}">
                <a16:creationId xmlns:a16="http://schemas.microsoft.com/office/drawing/2014/main" id="{021B5022-4FA9-DD90-F54A-2F64A3FD556F}"/>
              </a:ext>
            </a:extLst>
          </p:cNvPr>
          <p:cNvSpPr>
            <a:spLocks noGrp="1"/>
          </p:cNvSpPr>
          <p:nvPr>
            <p:ph idx="1"/>
          </p:nvPr>
        </p:nvSpPr>
        <p:spPr/>
        <p:txBody>
          <a:bodyPr vert="horz" lIns="91440" tIns="45720" rIns="91440" bIns="45720" rtlCol="0" anchor="t">
            <a:normAutofit fontScale="92500"/>
          </a:bodyPr>
          <a:lstStyle/>
          <a:p>
            <a:r>
              <a:rPr lang="en-US" b="1">
                <a:latin typeface="Times New Roman"/>
                <a:ea typeface="+mn-lt"/>
                <a:cs typeface="+mn-lt"/>
              </a:rPr>
              <a:t>N/P ratio</a:t>
            </a:r>
            <a:r>
              <a:rPr lang="en-US">
                <a:latin typeface="Times New Roman"/>
                <a:ea typeface="+mn-lt"/>
                <a:cs typeface="+mn-lt"/>
              </a:rPr>
              <a:t> =</a:t>
            </a:r>
            <a:br>
              <a:rPr lang="en-US">
                <a:latin typeface="Times New Roman"/>
                <a:ea typeface="+mn-lt"/>
                <a:cs typeface="+mn-lt"/>
              </a:rPr>
            </a:br>
            <a:r>
              <a:rPr lang="en-US">
                <a:latin typeface="Times New Roman"/>
                <a:ea typeface="+mn-lt"/>
                <a:cs typeface="+mn-lt"/>
              </a:rPr>
              <a:t> (Number of protonatable nitrogens in ionizable lipid) / (Number of phosphate groups in RNA)</a:t>
            </a:r>
            <a:endParaRPr lang="en-US">
              <a:latin typeface="Times New Roman"/>
              <a:cs typeface="Arial"/>
            </a:endParaRPr>
          </a:p>
          <a:p>
            <a:pPr>
              <a:buClr>
                <a:srgbClr val="A43F27"/>
              </a:buClr>
            </a:pPr>
            <a:r>
              <a:rPr lang="en-US">
                <a:latin typeface="Times New Roman"/>
                <a:cs typeface="Times New Roman"/>
              </a:rPr>
              <a:t>Values used:</a:t>
            </a:r>
            <a:r>
              <a:rPr lang="en-US">
                <a:latin typeface="Times New Roman"/>
                <a:ea typeface="+mn-lt"/>
                <a:cs typeface="+mn-lt"/>
              </a:rPr>
              <a:t> mRNA → N/P = 6</a:t>
            </a:r>
            <a:endParaRPr lang="en-US">
              <a:latin typeface="Times New Roman"/>
              <a:cs typeface="Arial"/>
            </a:endParaRPr>
          </a:p>
          <a:p>
            <a:pPr marL="0" indent="0">
              <a:buClr>
                <a:srgbClr val="A43F27"/>
              </a:buClr>
              <a:buNone/>
            </a:pPr>
            <a:r>
              <a:rPr lang="en-US">
                <a:latin typeface="Times New Roman"/>
                <a:ea typeface="+mn-lt"/>
                <a:cs typeface="+mn-lt"/>
              </a:rPr>
              <a:t>                         siRNA → N/P = 3</a:t>
            </a:r>
            <a:endParaRPr lang="en-US">
              <a:latin typeface="Times New Roman"/>
              <a:cs typeface="Arial"/>
            </a:endParaRPr>
          </a:p>
          <a:p>
            <a:pPr>
              <a:buClr>
                <a:srgbClr val="A43F27"/>
              </a:buClr>
            </a:pPr>
            <a:r>
              <a:rPr lang="en-US">
                <a:latin typeface="Times New Roman"/>
                <a:ea typeface="+mn-lt"/>
                <a:cs typeface="+mn-lt"/>
              </a:rPr>
              <a:t>Controls how much lipid is required per RNA</a:t>
            </a:r>
            <a:endParaRPr lang="en-US">
              <a:latin typeface="Times New Roman"/>
              <a:cs typeface="Times New Roman"/>
            </a:endParaRPr>
          </a:p>
          <a:p>
            <a:pPr>
              <a:buClr>
                <a:srgbClr val="A43F27"/>
              </a:buClr>
            </a:pPr>
            <a:r>
              <a:rPr lang="en-US">
                <a:latin typeface="Times New Roman"/>
                <a:ea typeface="+mn-lt"/>
                <a:cs typeface="+mn-lt"/>
              </a:rPr>
              <a:t>Directly affects:</a:t>
            </a:r>
            <a:endParaRPr lang="en-US">
              <a:latin typeface="Times New Roman"/>
              <a:cs typeface="Times New Roman"/>
            </a:endParaRPr>
          </a:p>
          <a:p>
            <a:pPr lvl="1">
              <a:buClr>
                <a:srgbClr val="A43F27"/>
              </a:buClr>
            </a:pPr>
            <a:r>
              <a:rPr lang="en-US" sz="2000">
                <a:latin typeface="Times New Roman"/>
                <a:ea typeface="+mn-lt"/>
                <a:cs typeface="+mn-lt"/>
              </a:rPr>
              <a:t>particle formation</a:t>
            </a:r>
            <a:endParaRPr lang="en-US" sz="2000">
              <a:latin typeface="Times New Roman"/>
              <a:cs typeface="Times New Roman"/>
            </a:endParaRPr>
          </a:p>
          <a:p>
            <a:pPr lvl="1">
              <a:buClr>
                <a:srgbClr val="A43F27"/>
              </a:buClr>
            </a:pPr>
            <a:r>
              <a:rPr lang="en-US" sz="2000">
                <a:latin typeface="Times New Roman"/>
                <a:ea typeface="+mn-lt"/>
                <a:cs typeface="+mn-lt"/>
              </a:rPr>
              <a:t>charge balance</a:t>
            </a:r>
            <a:endParaRPr lang="en-US" sz="2000">
              <a:latin typeface="Times New Roman"/>
              <a:cs typeface="Times New Roman"/>
            </a:endParaRPr>
          </a:p>
          <a:p>
            <a:pPr lvl="1">
              <a:buClr>
                <a:srgbClr val="A43F27"/>
              </a:buClr>
            </a:pPr>
            <a:r>
              <a:rPr lang="en-US" sz="2000">
                <a:latin typeface="Times New Roman"/>
                <a:ea typeface="+mn-lt"/>
                <a:cs typeface="+mn-lt"/>
              </a:rPr>
              <a:t>encapsulation</a:t>
            </a:r>
            <a:endParaRPr lang="en-US" sz="2000">
              <a:latin typeface="Times New Roman"/>
              <a:cs typeface="Times New Roman"/>
            </a:endParaRPr>
          </a:p>
          <a:p>
            <a:pPr>
              <a:buClr>
                <a:srgbClr val="A43F27"/>
              </a:buClr>
            </a:pPr>
            <a:endParaRPr lang="en-US">
              <a:latin typeface="Times New Roman"/>
              <a:cs typeface="Arial"/>
            </a:endParaRPr>
          </a:p>
        </p:txBody>
      </p:sp>
      <p:sp>
        <p:nvSpPr>
          <p:cNvPr id="4" name="Slide Number Placeholder 3">
            <a:extLst>
              <a:ext uri="{FF2B5EF4-FFF2-40B4-BE49-F238E27FC236}">
                <a16:creationId xmlns:a16="http://schemas.microsoft.com/office/drawing/2014/main" id="{4C27985C-ECB7-A352-0796-F3F2427B495B}"/>
              </a:ext>
            </a:extLst>
          </p:cNvPr>
          <p:cNvSpPr>
            <a:spLocks noGrp="1"/>
          </p:cNvSpPr>
          <p:nvPr>
            <p:ph type="sldNum" sz="quarter" idx="12"/>
          </p:nvPr>
        </p:nvSpPr>
        <p:spPr/>
        <p:txBody>
          <a:bodyPr/>
          <a:lstStyle/>
          <a:p>
            <a:fld id="{E31375A4-56A4-47D6-9801-1991572033F7}" type="slidenum">
              <a:rPr lang="en-US" smtClean="0"/>
              <a:t>19</a:t>
            </a:fld>
            <a:endParaRPr lang="en-US"/>
          </a:p>
        </p:txBody>
      </p:sp>
    </p:spTree>
    <p:extLst>
      <p:ext uri="{BB962C8B-B14F-4D97-AF65-F5344CB8AC3E}">
        <p14:creationId xmlns:p14="http://schemas.microsoft.com/office/powerpoint/2010/main" val="449955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E81D6-FA73-05D0-12EE-B8BBF8493CCE}"/>
              </a:ext>
            </a:extLst>
          </p:cNvPr>
          <p:cNvSpPr>
            <a:spLocks noGrp="1"/>
          </p:cNvSpPr>
          <p:nvPr>
            <p:ph type="title"/>
          </p:nvPr>
        </p:nvSpPr>
        <p:spPr/>
        <p:txBody>
          <a:bodyPr/>
          <a:lstStyle/>
          <a:p>
            <a:r>
              <a:rPr lang="en-US" b="0">
                <a:latin typeface="Times New Roman"/>
                <a:ea typeface="+mj-lt"/>
                <a:cs typeface="+mj-lt"/>
              </a:rPr>
              <a:t>Feed Variables Classified (Engineering View)</a:t>
            </a:r>
            <a:endParaRPr lang="en-US">
              <a:latin typeface="Times New Roman"/>
              <a:cs typeface="Times New Roman"/>
            </a:endParaRPr>
          </a:p>
        </p:txBody>
      </p:sp>
      <p:sp>
        <p:nvSpPr>
          <p:cNvPr id="4" name="Content Placeholder 3">
            <a:extLst>
              <a:ext uri="{FF2B5EF4-FFF2-40B4-BE49-F238E27FC236}">
                <a16:creationId xmlns:a16="http://schemas.microsoft.com/office/drawing/2014/main" id="{C819AAB7-5EA6-76B9-A14A-6EB9A1EA4606}"/>
              </a:ext>
            </a:extLst>
          </p:cNvPr>
          <p:cNvSpPr>
            <a:spLocks noGrp="1"/>
          </p:cNvSpPr>
          <p:nvPr>
            <p:ph idx="1"/>
          </p:nvPr>
        </p:nvSpPr>
        <p:spPr/>
        <p:txBody>
          <a:bodyPr vert="horz" lIns="91440" tIns="45720" rIns="91440" bIns="45720" rtlCol="0" anchor="t">
            <a:normAutofit/>
          </a:bodyPr>
          <a:lstStyle/>
          <a:p>
            <a:pPr>
              <a:lnSpc>
                <a:spcPct val="100000"/>
              </a:lnSpc>
              <a:spcBef>
                <a:spcPts val="0"/>
              </a:spcBef>
            </a:pPr>
            <a:r>
              <a:rPr lang="en-US" b="1">
                <a:latin typeface="Times New Roman"/>
                <a:cs typeface="Arial"/>
              </a:rPr>
              <a:t>Fixed / chosen upfront:</a:t>
            </a:r>
          </a:p>
          <a:p>
            <a:pPr marL="285750" indent="-285750">
              <a:lnSpc>
                <a:spcPct val="100000"/>
              </a:lnSpc>
              <a:spcBef>
                <a:spcPts val="0"/>
              </a:spcBef>
              <a:buClr>
                <a:srgbClr val="A43F27"/>
              </a:buClr>
              <a:buFont typeface="Arial,Sans-Serif" pitchFamily="34" charset="0"/>
              <a:buChar char="•"/>
            </a:pPr>
            <a:r>
              <a:rPr lang="en-US">
                <a:latin typeface="Times New Roman"/>
                <a:cs typeface="Arial"/>
              </a:rPr>
              <a:t>Lipid identity</a:t>
            </a:r>
          </a:p>
          <a:p>
            <a:pPr marL="285750" indent="-285750">
              <a:lnSpc>
                <a:spcPct val="100000"/>
              </a:lnSpc>
              <a:spcBef>
                <a:spcPts val="0"/>
              </a:spcBef>
              <a:buClr>
                <a:srgbClr val="A43F27"/>
              </a:buClr>
              <a:buFont typeface="Arial,Sans-Serif" pitchFamily="34" charset="0"/>
              <a:buChar char="•"/>
            </a:pPr>
            <a:r>
              <a:rPr lang="en-US">
                <a:latin typeface="Times New Roman"/>
                <a:cs typeface="Arial"/>
              </a:rPr>
              <a:t>Lipid molar ratio</a:t>
            </a:r>
          </a:p>
          <a:p>
            <a:pPr marL="285750" indent="-285750">
              <a:lnSpc>
                <a:spcPct val="100000"/>
              </a:lnSpc>
              <a:spcBef>
                <a:spcPts val="0"/>
              </a:spcBef>
              <a:buClr>
                <a:srgbClr val="A43F27"/>
              </a:buClr>
              <a:buFont typeface="Arial,Sans-Serif" pitchFamily="34" charset="0"/>
              <a:buChar char="•"/>
            </a:pPr>
            <a:r>
              <a:rPr lang="en-US">
                <a:latin typeface="Times New Roman"/>
                <a:cs typeface="Arial"/>
              </a:rPr>
              <a:t>RNA concentration</a:t>
            </a:r>
          </a:p>
          <a:p>
            <a:pPr marL="285750" indent="-285750">
              <a:lnSpc>
                <a:spcPct val="100000"/>
              </a:lnSpc>
              <a:spcBef>
                <a:spcPts val="0"/>
              </a:spcBef>
              <a:buClr>
                <a:srgbClr val="A43F27"/>
              </a:buClr>
              <a:buFont typeface="Arial,Sans-Serif" pitchFamily="34" charset="0"/>
              <a:buChar char="•"/>
            </a:pPr>
            <a:r>
              <a:rPr lang="en-US">
                <a:latin typeface="Times New Roman"/>
                <a:cs typeface="Arial"/>
              </a:rPr>
              <a:t>Buffer pH</a:t>
            </a:r>
          </a:p>
          <a:p>
            <a:pPr marL="285750" indent="-285750">
              <a:lnSpc>
                <a:spcPct val="100000"/>
              </a:lnSpc>
              <a:spcBef>
                <a:spcPts val="0"/>
              </a:spcBef>
              <a:buClr>
                <a:srgbClr val="A43F27"/>
              </a:buClr>
              <a:buFont typeface="Arial,Sans-Serif" pitchFamily="34" charset="0"/>
              <a:buChar char="•"/>
            </a:pPr>
            <a:endParaRPr lang="en-US">
              <a:latin typeface="Times New Roman"/>
              <a:cs typeface="Arial"/>
            </a:endParaRPr>
          </a:p>
          <a:p>
            <a:pPr>
              <a:lnSpc>
                <a:spcPct val="100000"/>
              </a:lnSpc>
              <a:spcBef>
                <a:spcPts val="0"/>
              </a:spcBef>
              <a:buClr>
                <a:srgbClr val="A43F27"/>
              </a:buClr>
            </a:pPr>
            <a:r>
              <a:rPr lang="en-US" b="1">
                <a:latin typeface="Times New Roman"/>
                <a:cs typeface="Arial"/>
              </a:rPr>
              <a:t>Tunable during operation:</a:t>
            </a:r>
          </a:p>
          <a:p>
            <a:pPr marL="285750" indent="-285750">
              <a:lnSpc>
                <a:spcPct val="100000"/>
              </a:lnSpc>
              <a:spcBef>
                <a:spcPts val="0"/>
              </a:spcBef>
              <a:buClr>
                <a:srgbClr val="A43F27"/>
              </a:buClr>
              <a:buFont typeface="Arial,Sans-Serif" pitchFamily="34" charset="0"/>
              <a:buChar char="•"/>
            </a:pPr>
            <a:r>
              <a:rPr lang="en-US">
                <a:latin typeface="Times New Roman"/>
                <a:cs typeface="Arial"/>
              </a:rPr>
              <a:t>Flow rate</a:t>
            </a:r>
          </a:p>
          <a:p>
            <a:pPr marL="285750" indent="-285750">
              <a:lnSpc>
                <a:spcPct val="100000"/>
              </a:lnSpc>
              <a:spcBef>
                <a:spcPts val="0"/>
              </a:spcBef>
              <a:buClr>
                <a:srgbClr val="A43F27"/>
              </a:buClr>
              <a:buFont typeface="Arial,Sans-Serif" pitchFamily="34" charset="0"/>
              <a:buChar char="•"/>
            </a:pPr>
            <a:r>
              <a:rPr lang="en-US">
                <a:latin typeface="Times New Roman"/>
                <a:cs typeface="Arial"/>
              </a:rPr>
              <a:t>Flow ratio</a:t>
            </a:r>
          </a:p>
          <a:p>
            <a:pPr marL="285750" indent="-285750">
              <a:lnSpc>
                <a:spcPct val="100000"/>
              </a:lnSpc>
              <a:spcBef>
                <a:spcPts val="0"/>
              </a:spcBef>
              <a:buClr>
                <a:srgbClr val="A43F27"/>
              </a:buClr>
              <a:buFont typeface="Arial,Sans-Serif" pitchFamily="34" charset="0"/>
              <a:buChar char="•"/>
            </a:pPr>
            <a:r>
              <a:rPr lang="en-US">
                <a:latin typeface="Times New Roman"/>
                <a:cs typeface="Arial"/>
              </a:rPr>
              <a:t>Mixing intensity</a:t>
            </a:r>
          </a:p>
          <a:p>
            <a:pPr marL="285750" indent="-285750">
              <a:lnSpc>
                <a:spcPct val="100000"/>
              </a:lnSpc>
              <a:spcBef>
                <a:spcPts val="0"/>
              </a:spcBef>
              <a:buClr>
                <a:srgbClr val="A43F27"/>
              </a:buClr>
              <a:buFont typeface="Arial,Sans-Serif" pitchFamily="34" charset="0"/>
              <a:buChar char="•"/>
            </a:pPr>
            <a:endParaRPr lang="en-US">
              <a:latin typeface="Times New Roman"/>
              <a:cs typeface="Arial"/>
            </a:endParaRPr>
          </a:p>
          <a:p>
            <a:pPr>
              <a:lnSpc>
                <a:spcPct val="100000"/>
              </a:lnSpc>
              <a:spcBef>
                <a:spcPts val="0"/>
              </a:spcBef>
              <a:buClr>
                <a:srgbClr val="A43F27"/>
              </a:buClr>
            </a:pPr>
            <a:r>
              <a:rPr lang="en-US">
                <a:latin typeface="Times New Roman"/>
                <a:cs typeface="Arial"/>
              </a:rPr>
              <a:t>This classification is excellent for simulation justification.</a:t>
            </a:r>
          </a:p>
        </p:txBody>
      </p:sp>
      <p:sp>
        <p:nvSpPr>
          <p:cNvPr id="3" name="Slide Number Placeholder 2">
            <a:extLst>
              <a:ext uri="{FF2B5EF4-FFF2-40B4-BE49-F238E27FC236}">
                <a16:creationId xmlns:a16="http://schemas.microsoft.com/office/drawing/2014/main" id="{F6CA6274-6BF9-2BCB-CF3E-3F723DEEDE73}"/>
              </a:ext>
            </a:extLst>
          </p:cNvPr>
          <p:cNvSpPr>
            <a:spLocks noGrp="1"/>
          </p:cNvSpPr>
          <p:nvPr>
            <p:ph type="sldNum" sz="quarter" idx="12"/>
          </p:nvPr>
        </p:nvSpPr>
        <p:spPr/>
        <p:txBody>
          <a:bodyPr/>
          <a:lstStyle/>
          <a:p>
            <a:fld id="{E31375A4-56A4-47D6-9801-1991572033F7}" type="slidenum">
              <a:rPr lang="en-US" smtClean="0"/>
              <a:t>20</a:t>
            </a:fld>
            <a:endParaRPr lang="en-US"/>
          </a:p>
        </p:txBody>
      </p:sp>
    </p:spTree>
    <p:extLst>
      <p:ext uri="{BB962C8B-B14F-4D97-AF65-F5344CB8AC3E}">
        <p14:creationId xmlns:p14="http://schemas.microsoft.com/office/powerpoint/2010/main" val="663429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2BACC-DD30-DA40-49A4-31EEEB246AFD}"/>
              </a:ext>
            </a:extLst>
          </p:cNvPr>
          <p:cNvSpPr>
            <a:spLocks noGrp="1"/>
          </p:cNvSpPr>
          <p:nvPr>
            <p:ph type="title"/>
          </p:nvPr>
        </p:nvSpPr>
        <p:spPr>
          <a:xfrm>
            <a:off x="1295400" y="220389"/>
            <a:ext cx="9601200" cy="1142385"/>
          </a:xfrm>
        </p:spPr>
        <p:txBody>
          <a:bodyPr>
            <a:normAutofit/>
          </a:bodyPr>
          <a:lstStyle/>
          <a:p>
            <a:r>
              <a:rPr lang="en-IN" sz="3600">
                <a:latin typeface="Times New Roman" panose="02020603050405020304" pitchFamily="18" charset="0"/>
                <a:cs typeface="Times New Roman" panose="02020603050405020304" pitchFamily="18" charset="0"/>
              </a:rPr>
              <a:t>Process Analytical Technology(PAT)</a:t>
            </a:r>
          </a:p>
        </p:txBody>
      </p:sp>
      <p:sp>
        <p:nvSpPr>
          <p:cNvPr id="3" name="Content Placeholder 2">
            <a:extLst>
              <a:ext uri="{FF2B5EF4-FFF2-40B4-BE49-F238E27FC236}">
                <a16:creationId xmlns:a16="http://schemas.microsoft.com/office/drawing/2014/main" id="{8A00A412-499E-DF80-030D-E2ACD10D9F0C}"/>
              </a:ext>
            </a:extLst>
          </p:cNvPr>
          <p:cNvSpPr>
            <a:spLocks noGrp="1"/>
          </p:cNvSpPr>
          <p:nvPr>
            <p:ph idx="1"/>
          </p:nvPr>
        </p:nvSpPr>
        <p:spPr>
          <a:xfrm>
            <a:off x="1185672" y="2165601"/>
            <a:ext cx="4657344" cy="3809999"/>
          </a:xfrm>
        </p:spPr>
        <p:txBody>
          <a:bodyPr/>
          <a:lstStyle/>
          <a:p>
            <a:r>
              <a:rPr lang="en-US">
                <a:latin typeface="Times New Roman" panose="02020603050405020304" pitchFamily="18" charset="0"/>
                <a:cs typeface="Times New Roman" panose="02020603050405020304" pitchFamily="18" charset="0"/>
              </a:rPr>
              <a:t>FDA defines PAT as a system to </a:t>
            </a:r>
            <a:r>
              <a:rPr lang="en-US" err="1">
                <a:latin typeface="Times New Roman" panose="02020603050405020304" pitchFamily="18" charset="0"/>
                <a:cs typeface="Times New Roman" panose="02020603050405020304" pitchFamily="18" charset="0"/>
              </a:rPr>
              <a:t>analyse</a:t>
            </a:r>
            <a:r>
              <a:rPr lang="en-US">
                <a:latin typeface="Times New Roman" panose="02020603050405020304" pitchFamily="18" charset="0"/>
                <a:cs typeface="Times New Roman" panose="02020603050405020304" pitchFamily="18" charset="0"/>
              </a:rPr>
              <a:t>, monitor, and control pharmaceutical manufacturing processes in real time.</a:t>
            </a:r>
          </a:p>
          <a:p>
            <a:r>
              <a:rPr lang="en-US">
                <a:latin typeface="Times New Roman" panose="02020603050405020304" pitchFamily="18" charset="0"/>
                <a:cs typeface="Times New Roman" panose="02020603050405020304" pitchFamily="18" charset="0"/>
              </a:rPr>
              <a:t>It is used for taking measurements directly during the process.</a:t>
            </a:r>
          </a:p>
          <a:p>
            <a:r>
              <a:rPr lang="en-IN">
                <a:latin typeface="Times New Roman" panose="02020603050405020304" pitchFamily="18" charset="0"/>
                <a:cs typeface="Times New Roman" panose="02020603050405020304" pitchFamily="18" charset="0"/>
              </a:rPr>
              <a:t>PAT data may measure chemical or physical aspects.</a:t>
            </a:r>
          </a:p>
          <a:p>
            <a:endParaRPr lang="en-IN">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65F2C70-5A4F-694F-3663-113B130F0716}"/>
              </a:ext>
            </a:extLst>
          </p:cNvPr>
          <p:cNvPicPr>
            <a:picLocks noChangeAspect="1"/>
          </p:cNvPicPr>
          <p:nvPr/>
        </p:nvPicPr>
        <p:blipFill>
          <a:blip r:embed="rId2"/>
          <a:srcRect t="2401" b="14518"/>
          <a:stretch>
            <a:fillRect/>
          </a:stretch>
        </p:blipFill>
        <p:spPr>
          <a:xfrm>
            <a:off x="6096000" y="2165601"/>
            <a:ext cx="5820576" cy="2953513"/>
          </a:xfrm>
          <a:prstGeom prst="rect">
            <a:avLst/>
          </a:prstGeom>
        </p:spPr>
      </p:pic>
      <p:sp>
        <p:nvSpPr>
          <p:cNvPr id="4" name="Slide Number Placeholder 3">
            <a:extLst>
              <a:ext uri="{FF2B5EF4-FFF2-40B4-BE49-F238E27FC236}">
                <a16:creationId xmlns:a16="http://schemas.microsoft.com/office/drawing/2014/main" id="{ED8A988A-B14B-F19E-4633-2EF1D8A80065}"/>
              </a:ext>
            </a:extLst>
          </p:cNvPr>
          <p:cNvSpPr>
            <a:spLocks noGrp="1"/>
          </p:cNvSpPr>
          <p:nvPr>
            <p:ph type="sldNum" sz="quarter" idx="12"/>
          </p:nvPr>
        </p:nvSpPr>
        <p:spPr/>
        <p:txBody>
          <a:bodyPr/>
          <a:lstStyle/>
          <a:p>
            <a:fld id="{E31375A4-56A4-47D6-9801-1991572033F7}" type="slidenum">
              <a:rPr lang="en-US" smtClean="0"/>
              <a:t>21</a:t>
            </a:fld>
            <a:endParaRPr lang="en-US"/>
          </a:p>
        </p:txBody>
      </p:sp>
    </p:spTree>
    <p:extLst>
      <p:ext uri="{BB962C8B-B14F-4D97-AF65-F5344CB8AC3E}">
        <p14:creationId xmlns:p14="http://schemas.microsoft.com/office/powerpoint/2010/main" val="2204515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BBE8D-06C7-C264-4774-08CE104B5AC8}"/>
              </a:ext>
            </a:extLst>
          </p:cNvPr>
          <p:cNvSpPr>
            <a:spLocks noGrp="1"/>
          </p:cNvSpPr>
          <p:nvPr>
            <p:ph type="title"/>
          </p:nvPr>
        </p:nvSpPr>
        <p:spPr>
          <a:xfrm>
            <a:off x="1064111" y="486463"/>
            <a:ext cx="9601200" cy="1142385"/>
          </a:xfrm>
        </p:spPr>
        <p:txBody>
          <a:bodyPr/>
          <a:lstStyle/>
          <a:p>
            <a:r>
              <a:rPr lang="en-IN">
                <a:latin typeface="Times New Roman" panose="02020603050405020304" pitchFamily="18" charset="0"/>
                <a:cs typeface="Times New Roman" panose="02020603050405020304" pitchFamily="18" charset="0"/>
              </a:rPr>
              <a:t>Why Use PAT?</a:t>
            </a:r>
          </a:p>
        </p:txBody>
      </p:sp>
      <p:sp>
        <p:nvSpPr>
          <p:cNvPr id="3" name="Content Placeholder 2">
            <a:extLst>
              <a:ext uri="{FF2B5EF4-FFF2-40B4-BE49-F238E27FC236}">
                <a16:creationId xmlns:a16="http://schemas.microsoft.com/office/drawing/2014/main" id="{5C2D3604-073E-F4DC-83A3-68210C85DD22}"/>
              </a:ext>
            </a:extLst>
          </p:cNvPr>
          <p:cNvSpPr>
            <a:spLocks noGrp="1"/>
          </p:cNvSpPr>
          <p:nvPr>
            <p:ph idx="1"/>
          </p:nvPr>
        </p:nvSpPr>
        <p:spPr>
          <a:xfrm>
            <a:off x="1064111" y="1990345"/>
            <a:ext cx="9601200" cy="3809999"/>
          </a:xfrm>
        </p:spPr>
        <p:txBody>
          <a:bodyPr/>
          <a:lstStyle/>
          <a:p>
            <a:r>
              <a:rPr lang="en-IN">
                <a:latin typeface="Times New Roman" panose="02020603050405020304" pitchFamily="18" charset="0"/>
                <a:cs typeface="Times New Roman" panose="02020603050405020304" pitchFamily="18" charset="0"/>
              </a:rPr>
              <a:t>Real-time and frequent measurements.</a:t>
            </a:r>
          </a:p>
          <a:p>
            <a:r>
              <a:rPr lang="en-IN">
                <a:latin typeface="Times New Roman" panose="02020603050405020304" pitchFamily="18" charset="0"/>
                <a:cs typeface="Times New Roman" panose="02020603050405020304" pitchFamily="18" charset="0"/>
              </a:rPr>
              <a:t>Improved process understanding.</a:t>
            </a:r>
          </a:p>
          <a:p>
            <a:r>
              <a:rPr lang="en-US">
                <a:latin typeface="Times New Roman" panose="02020603050405020304" pitchFamily="18" charset="0"/>
                <a:cs typeface="Times New Roman" panose="02020603050405020304" pitchFamily="18" charset="0"/>
              </a:rPr>
              <a:t>Better process control and consistency.</a:t>
            </a:r>
          </a:p>
          <a:p>
            <a:r>
              <a:rPr lang="en-IN">
                <a:latin typeface="Times New Roman" panose="02020603050405020304" pitchFamily="18" charset="0"/>
                <a:cs typeface="Times New Roman" panose="02020603050405020304" pitchFamily="18" charset="0"/>
              </a:rPr>
              <a:t>Enhanced safety.</a:t>
            </a:r>
          </a:p>
          <a:p>
            <a:r>
              <a:rPr lang="en-US">
                <a:latin typeface="Times New Roman" panose="02020603050405020304" pitchFamily="18" charset="0"/>
                <a:cs typeface="Times New Roman" panose="02020603050405020304" pitchFamily="18" charset="0"/>
              </a:rPr>
              <a:t>Ability to monitor difficult systems.</a:t>
            </a:r>
          </a:p>
          <a:p>
            <a:r>
              <a:rPr lang="en-US">
                <a:latin typeface="Times New Roman" panose="02020603050405020304" pitchFamily="18" charset="0"/>
                <a:cs typeface="Times New Roman" panose="02020603050405020304" pitchFamily="18" charset="0"/>
              </a:rPr>
              <a:t>Improved scale-up and technology transfer.</a:t>
            </a:r>
            <a:endParaRPr lang="en-IN">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99DA35E-5C4C-58AC-3737-35160E3FED30}"/>
              </a:ext>
            </a:extLst>
          </p:cNvPr>
          <p:cNvSpPr>
            <a:spLocks noGrp="1"/>
          </p:cNvSpPr>
          <p:nvPr>
            <p:ph type="sldNum" sz="quarter" idx="12"/>
          </p:nvPr>
        </p:nvSpPr>
        <p:spPr/>
        <p:txBody>
          <a:bodyPr/>
          <a:lstStyle/>
          <a:p>
            <a:fld id="{E31375A4-56A4-47D6-9801-1991572033F7}" type="slidenum">
              <a:rPr lang="en-US" smtClean="0"/>
              <a:t>22</a:t>
            </a:fld>
            <a:endParaRPr lang="en-US"/>
          </a:p>
        </p:txBody>
      </p:sp>
    </p:spTree>
    <p:extLst>
      <p:ext uri="{BB962C8B-B14F-4D97-AF65-F5344CB8AC3E}">
        <p14:creationId xmlns:p14="http://schemas.microsoft.com/office/powerpoint/2010/main" val="4184372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C1C17-0E6D-EEBC-5CCE-A19C40FFED82}"/>
              </a:ext>
            </a:extLst>
          </p:cNvPr>
          <p:cNvSpPr>
            <a:spLocks noGrp="1"/>
          </p:cNvSpPr>
          <p:nvPr>
            <p:ph type="title"/>
          </p:nvPr>
        </p:nvSpPr>
        <p:spPr>
          <a:xfrm>
            <a:off x="1149096" y="630936"/>
            <a:ext cx="9601200" cy="695262"/>
          </a:xfrm>
        </p:spPr>
        <p:txBody>
          <a:bodyPr/>
          <a:lstStyle/>
          <a:p>
            <a:r>
              <a:rPr lang="en-IN">
                <a:latin typeface="Times New Roman" panose="02020603050405020304" pitchFamily="18" charset="0"/>
                <a:cs typeface="Times New Roman" panose="02020603050405020304" pitchFamily="18" charset="0"/>
              </a:rPr>
              <a:t>PAT Implementation</a:t>
            </a:r>
          </a:p>
        </p:txBody>
      </p:sp>
      <p:pic>
        <p:nvPicPr>
          <p:cNvPr id="5" name="Content Placeholder 4">
            <a:extLst>
              <a:ext uri="{FF2B5EF4-FFF2-40B4-BE49-F238E27FC236}">
                <a16:creationId xmlns:a16="http://schemas.microsoft.com/office/drawing/2014/main" id="{EA303793-5E0A-E365-63E6-741A598C9AB4}"/>
              </a:ext>
            </a:extLst>
          </p:cNvPr>
          <p:cNvPicPr>
            <a:picLocks noGrp="1" noChangeAspect="1"/>
          </p:cNvPicPr>
          <p:nvPr>
            <p:ph idx="1"/>
          </p:nvPr>
        </p:nvPicPr>
        <p:blipFill>
          <a:blip r:embed="rId2"/>
          <a:srcRect l="8173"/>
          <a:stretch>
            <a:fillRect/>
          </a:stretch>
        </p:blipFill>
        <p:spPr>
          <a:xfrm>
            <a:off x="5547240" y="1326198"/>
            <a:ext cx="4035796" cy="3810000"/>
          </a:xfrm>
          <a:prstGeom prst="rect">
            <a:avLst/>
          </a:prstGeom>
        </p:spPr>
      </p:pic>
      <p:sp>
        <p:nvSpPr>
          <p:cNvPr id="6" name="TextBox 5">
            <a:extLst>
              <a:ext uri="{FF2B5EF4-FFF2-40B4-BE49-F238E27FC236}">
                <a16:creationId xmlns:a16="http://schemas.microsoft.com/office/drawing/2014/main" id="{03096A41-49BA-275B-05BE-B74BB844F24C}"/>
              </a:ext>
            </a:extLst>
          </p:cNvPr>
          <p:cNvSpPr txBox="1"/>
          <p:nvPr/>
        </p:nvSpPr>
        <p:spPr>
          <a:xfrm>
            <a:off x="886968" y="1773936"/>
            <a:ext cx="3739896" cy="1200329"/>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
            </a:pPr>
            <a:r>
              <a:rPr lang="en-US">
                <a:latin typeface="Times New Roman" panose="02020603050405020304" pitchFamily="18" charset="0"/>
                <a:cs typeface="Times New Roman" panose="02020603050405020304" pitchFamily="18" charset="0"/>
              </a:rPr>
              <a:t>PAT integrates process understanding, real-time analysis, and control to ensure product quality.</a:t>
            </a:r>
            <a:endParaRPr lang="en-IN">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31799811-4D8A-42AE-CDE6-897C752431E3}"/>
              </a:ext>
            </a:extLst>
          </p:cNvPr>
          <p:cNvSpPr>
            <a:spLocks noGrp="1"/>
          </p:cNvSpPr>
          <p:nvPr>
            <p:ph type="sldNum" sz="quarter" idx="12"/>
          </p:nvPr>
        </p:nvSpPr>
        <p:spPr/>
        <p:txBody>
          <a:bodyPr/>
          <a:lstStyle/>
          <a:p>
            <a:fld id="{E31375A4-56A4-47D6-9801-1991572033F7}" type="slidenum">
              <a:rPr lang="en-US" smtClean="0"/>
              <a:t>23</a:t>
            </a:fld>
            <a:endParaRPr lang="en-US"/>
          </a:p>
        </p:txBody>
      </p:sp>
    </p:spTree>
    <p:extLst>
      <p:ext uri="{BB962C8B-B14F-4D97-AF65-F5344CB8AC3E}">
        <p14:creationId xmlns:p14="http://schemas.microsoft.com/office/powerpoint/2010/main" val="605425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6E0E9-A36D-5B96-871C-9B477D1A9623}"/>
              </a:ext>
            </a:extLst>
          </p:cNvPr>
          <p:cNvSpPr>
            <a:spLocks noGrp="1"/>
          </p:cNvSpPr>
          <p:nvPr>
            <p:ph type="title"/>
          </p:nvPr>
        </p:nvSpPr>
        <p:spPr>
          <a:xfrm>
            <a:off x="801624" y="549573"/>
            <a:ext cx="9601200" cy="1142385"/>
          </a:xfrm>
        </p:spPr>
        <p:txBody>
          <a:bodyPr/>
          <a:lstStyle/>
          <a:p>
            <a:r>
              <a:rPr lang="en-US">
                <a:latin typeface="Times New Roman" panose="02020603050405020304" pitchFamily="18" charset="0"/>
                <a:cs typeface="Times New Roman" panose="02020603050405020304" pitchFamily="18" charset="0"/>
              </a:rPr>
              <a:t>Role of PAT in LNP Manufacturing</a:t>
            </a:r>
            <a:br>
              <a:rPr lang="en-US">
                <a:latin typeface="Times New Roman" panose="02020603050405020304" pitchFamily="18" charset="0"/>
                <a:cs typeface="Times New Roman" panose="02020603050405020304" pitchFamily="18" charset="0"/>
              </a:rPr>
            </a:br>
            <a:endParaRPr lang="en-IN">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44C3079-B9B9-6DA1-CC38-95C243682E6F}"/>
              </a:ext>
            </a:extLst>
          </p:cNvPr>
          <p:cNvSpPr>
            <a:spLocks noGrp="1"/>
          </p:cNvSpPr>
          <p:nvPr>
            <p:ph idx="1"/>
          </p:nvPr>
        </p:nvSpPr>
        <p:spPr>
          <a:xfrm>
            <a:off x="801624" y="1834897"/>
            <a:ext cx="9601200" cy="4547615"/>
          </a:xfrm>
        </p:spPr>
        <p:txBody>
          <a:bodyPr>
            <a:normAutofit/>
          </a:bodyPr>
          <a:lstStyle/>
          <a:p>
            <a:r>
              <a:rPr lang="en-US">
                <a:latin typeface="Times New Roman" panose="02020603050405020304" pitchFamily="18" charset="0"/>
                <a:cs typeface="Times New Roman" panose="02020603050405020304" pitchFamily="18" charset="0"/>
              </a:rPr>
              <a:t>Lipid nanoparticles are highly sensitive to process conditions</a:t>
            </a:r>
          </a:p>
          <a:p>
            <a:r>
              <a:rPr lang="en-US">
                <a:latin typeface="Times New Roman" panose="02020603050405020304" pitchFamily="18" charset="0"/>
                <a:cs typeface="Times New Roman" panose="02020603050405020304" pitchFamily="18" charset="0"/>
              </a:rPr>
              <a:t>Small process variations can significantly affect:</a:t>
            </a:r>
          </a:p>
          <a:p>
            <a:pPr lvl="1"/>
            <a:r>
              <a:rPr lang="en-US">
                <a:latin typeface="Times New Roman" panose="02020603050405020304" pitchFamily="18" charset="0"/>
                <a:cs typeface="Times New Roman" panose="02020603050405020304" pitchFamily="18" charset="0"/>
              </a:rPr>
              <a:t>Particle size</a:t>
            </a:r>
          </a:p>
          <a:p>
            <a:pPr lvl="1"/>
            <a:r>
              <a:rPr lang="en-US">
                <a:latin typeface="Times New Roman" panose="02020603050405020304" pitchFamily="18" charset="0"/>
                <a:cs typeface="Times New Roman" panose="02020603050405020304" pitchFamily="18" charset="0"/>
              </a:rPr>
              <a:t>Stability</a:t>
            </a:r>
          </a:p>
          <a:p>
            <a:pPr lvl="1"/>
            <a:r>
              <a:rPr lang="en-US">
                <a:latin typeface="Times New Roman" panose="02020603050405020304" pitchFamily="18" charset="0"/>
                <a:cs typeface="Times New Roman" panose="02020603050405020304" pitchFamily="18" charset="0"/>
              </a:rPr>
              <a:t>Drug delivery performance</a:t>
            </a:r>
          </a:p>
          <a:p>
            <a:r>
              <a:rPr lang="en-US">
                <a:latin typeface="Times New Roman" panose="02020603050405020304" pitchFamily="18" charset="0"/>
                <a:cs typeface="Times New Roman" panose="02020603050405020304" pitchFamily="18" charset="0"/>
              </a:rPr>
              <a:t>PAT enables real-time monitoring and control during LNP production</a:t>
            </a:r>
          </a:p>
          <a:p>
            <a:r>
              <a:rPr lang="en-US">
                <a:latin typeface="Times New Roman"/>
                <a:cs typeface="Times New Roman"/>
              </a:rPr>
              <a:t>It focuses on identifying and controlling:</a:t>
            </a:r>
            <a:br>
              <a:rPr lang="en-US">
                <a:latin typeface="Times New Roman" panose="02020603050405020304" pitchFamily="18" charset="0"/>
                <a:cs typeface="Times New Roman" panose="02020603050405020304" pitchFamily="18" charset="0"/>
              </a:rPr>
            </a:br>
            <a:r>
              <a:rPr lang="en-US">
                <a:latin typeface="Times New Roman"/>
                <a:cs typeface="Times New Roman"/>
              </a:rPr>
              <a:t>Critical Quality Attributes (CQAs)</a:t>
            </a:r>
            <a:br>
              <a:rPr lang="en-US">
                <a:latin typeface="Times New Roman" panose="02020603050405020304" pitchFamily="18" charset="0"/>
                <a:cs typeface="Times New Roman" panose="02020603050405020304" pitchFamily="18" charset="0"/>
              </a:rPr>
            </a:br>
            <a:br>
              <a:rPr lang="en-US">
                <a:latin typeface="Times New Roman" panose="02020603050405020304" pitchFamily="18" charset="0"/>
                <a:cs typeface="Times New Roman" panose="02020603050405020304" pitchFamily="18" charset="0"/>
              </a:rPr>
            </a:br>
            <a:r>
              <a:rPr lang="en-US">
                <a:latin typeface="Times New Roman"/>
                <a:cs typeface="Times New Roman"/>
              </a:rPr>
              <a:t>Critical Process Parameters (CPPs)</a:t>
            </a:r>
          </a:p>
          <a:p>
            <a:endParaRPr lang="en-US">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0B3B243-A359-EF2F-398B-46D59583131E}"/>
              </a:ext>
            </a:extLst>
          </p:cNvPr>
          <p:cNvSpPr>
            <a:spLocks noGrp="1"/>
          </p:cNvSpPr>
          <p:nvPr>
            <p:ph type="sldNum" sz="quarter" idx="12"/>
          </p:nvPr>
        </p:nvSpPr>
        <p:spPr/>
        <p:txBody>
          <a:bodyPr/>
          <a:lstStyle/>
          <a:p>
            <a:fld id="{E31375A4-56A4-47D6-9801-1991572033F7}" type="slidenum">
              <a:rPr lang="en-US" smtClean="0"/>
              <a:t>24</a:t>
            </a:fld>
            <a:endParaRPr lang="en-US"/>
          </a:p>
        </p:txBody>
      </p:sp>
    </p:spTree>
    <p:extLst>
      <p:ext uri="{BB962C8B-B14F-4D97-AF65-F5344CB8AC3E}">
        <p14:creationId xmlns:p14="http://schemas.microsoft.com/office/powerpoint/2010/main" val="754731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C3052-59B9-D7A2-4D4F-A2FA776BBD79}"/>
              </a:ext>
            </a:extLst>
          </p:cNvPr>
          <p:cNvSpPr>
            <a:spLocks noGrp="1"/>
          </p:cNvSpPr>
          <p:nvPr>
            <p:ph type="title"/>
          </p:nvPr>
        </p:nvSpPr>
        <p:spPr>
          <a:xfrm>
            <a:off x="1085088" y="298386"/>
            <a:ext cx="8141208" cy="768414"/>
          </a:xfrm>
        </p:spPr>
        <p:txBody>
          <a:bodyPr>
            <a:noAutofit/>
          </a:bodyPr>
          <a:lstStyle/>
          <a:p>
            <a:r>
              <a:rPr lang="en-US">
                <a:latin typeface="Times New Roman" panose="02020603050405020304" pitchFamily="18" charset="0"/>
                <a:cs typeface="Times New Roman" panose="02020603050405020304" pitchFamily="18" charset="0"/>
              </a:rPr>
              <a:t>Some Analytical techniques used in PAT</a:t>
            </a:r>
            <a:endParaRPr lang="en-IN">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8447160-8706-4BFA-B8C1-5162E6C8924F}"/>
              </a:ext>
            </a:extLst>
          </p:cNvPr>
          <p:cNvSpPr>
            <a:spLocks noGrp="1"/>
          </p:cNvSpPr>
          <p:nvPr>
            <p:ph idx="1"/>
          </p:nvPr>
        </p:nvSpPr>
        <p:spPr>
          <a:xfrm>
            <a:off x="1085088" y="1459992"/>
            <a:ext cx="9601200" cy="4666488"/>
          </a:xfrm>
        </p:spPr>
        <p:txBody>
          <a:bodyPr>
            <a:normAutofit/>
          </a:bodyPr>
          <a:lstStyle/>
          <a:p>
            <a:r>
              <a:rPr lang="en-US" b="1">
                <a:solidFill>
                  <a:schemeClr val="accent1">
                    <a:lumMod val="75000"/>
                  </a:schemeClr>
                </a:solidFill>
                <a:latin typeface="Times New Roman" panose="02020603050405020304" pitchFamily="18" charset="0"/>
                <a:cs typeface="Times New Roman" panose="02020603050405020304" pitchFamily="18" charset="0"/>
              </a:rPr>
              <a:t>Dynamic Light Scattering (DLS)</a:t>
            </a:r>
            <a:br>
              <a:rPr lang="en-US">
                <a:solidFill>
                  <a:schemeClr val="accent6">
                    <a:lumMod val="75000"/>
                  </a:schemeClr>
                </a:solidFill>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This technique is used to measure particle size and size distribution in real-time.</a:t>
            </a:r>
          </a:p>
          <a:p>
            <a:r>
              <a:rPr lang="en-US" b="1">
                <a:solidFill>
                  <a:schemeClr val="accent1">
                    <a:lumMod val="75000"/>
                  </a:schemeClr>
                </a:solidFill>
                <a:latin typeface="Times New Roman" panose="02020603050405020304" pitchFamily="18" charset="0"/>
                <a:cs typeface="Times New Roman" panose="02020603050405020304" pitchFamily="18" charset="0"/>
              </a:rPr>
              <a:t>Zeta Potential Analysis</a:t>
            </a:r>
            <a:r>
              <a:rPr lang="en-US">
                <a:solidFill>
                  <a:schemeClr val="accent1">
                    <a:lumMod val="75000"/>
                  </a:schemeClr>
                </a:solidFill>
                <a:latin typeface="Times New Roman" panose="02020603050405020304" pitchFamily="18" charset="0"/>
                <a:cs typeface="Times New Roman" panose="02020603050405020304" pitchFamily="18" charset="0"/>
              </a:rPr>
              <a:t> </a:t>
            </a:r>
            <a:br>
              <a:rPr lang="en-US">
                <a:solidFill>
                  <a:schemeClr val="accent6">
                    <a:lumMod val="75000"/>
                  </a:schemeClr>
                </a:solidFill>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This technique determines the surface charge of LNPs.</a:t>
            </a:r>
          </a:p>
          <a:p>
            <a:r>
              <a:rPr lang="en-US" b="1">
                <a:solidFill>
                  <a:schemeClr val="accent1">
                    <a:lumMod val="75000"/>
                  </a:schemeClr>
                </a:solidFill>
                <a:latin typeface="Times New Roman" panose="02020603050405020304" pitchFamily="18" charset="0"/>
                <a:cs typeface="Times New Roman" panose="02020603050405020304" pitchFamily="18" charset="0"/>
              </a:rPr>
              <a:t>X-ray Diffraction (XRD):</a:t>
            </a:r>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Analyzes the crystalline or amorphous nature of lipid components within LNPs.</a:t>
            </a:r>
          </a:p>
          <a:p>
            <a:r>
              <a:rPr lang="en-US" b="1">
                <a:solidFill>
                  <a:schemeClr val="accent1">
                    <a:lumMod val="75000"/>
                  </a:schemeClr>
                </a:solidFill>
                <a:latin typeface="Times New Roman" panose="02020603050405020304" pitchFamily="18" charset="0"/>
                <a:cs typeface="Times New Roman" panose="02020603050405020304" pitchFamily="18" charset="0"/>
              </a:rPr>
              <a:t>Mass Spectrometry (MS):</a:t>
            </a:r>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Provides information on molecular weight and composition of lipids, especially ionizable lipids.</a:t>
            </a:r>
          </a:p>
          <a:p>
            <a:r>
              <a:rPr lang="en-US" b="1">
                <a:solidFill>
                  <a:schemeClr val="accent1">
                    <a:lumMod val="75000"/>
                  </a:schemeClr>
                </a:solidFill>
                <a:latin typeface="Times New Roman" panose="02020603050405020304" pitchFamily="18" charset="0"/>
                <a:cs typeface="Times New Roman" panose="02020603050405020304" pitchFamily="18" charset="0"/>
              </a:rPr>
              <a:t>Nuclear Magnetic Resonance (NMR):</a:t>
            </a:r>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Provides detailed insights into lipid structure, composition, and molecular interactions in LNP formulations.</a:t>
            </a:r>
            <a:endParaRPr lang="en-IN">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43BC4E5-475C-228B-1B37-FB005604F621}"/>
              </a:ext>
            </a:extLst>
          </p:cNvPr>
          <p:cNvSpPr>
            <a:spLocks noGrp="1"/>
          </p:cNvSpPr>
          <p:nvPr>
            <p:ph type="sldNum" sz="quarter" idx="12"/>
          </p:nvPr>
        </p:nvSpPr>
        <p:spPr/>
        <p:txBody>
          <a:bodyPr/>
          <a:lstStyle/>
          <a:p>
            <a:fld id="{E31375A4-56A4-47D6-9801-1991572033F7}" type="slidenum">
              <a:rPr lang="en-US" smtClean="0"/>
              <a:t>25</a:t>
            </a:fld>
            <a:endParaRPr lang="en-US"/>
          </a:p>
        </p:txBody>
      </p:sp>
    </p:spTree>
    <p:extLst>
      <p:ext uri="{BB962C8B-B14F-4D97-AF65-F5344CB8AC3E}">
        <p14:creationId xmlns:p14="http://schemas.microsoft.com/office/powerpoint/2010/main" val="3275095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B3F3D9-6C9B-0186-4E4B-F685E40C4A95}"/>
              </a:ext>
            </a:extLst>
          </p:cNvPr>
          <p:cNvSpPr>
            <a:spLocks noGrp="1"/>
          </p:cNvSpPr>
          <p:nvPr>
            <p:ph idx="1"/>
          </p:nvPr>
        </p:nvSpPr>
        <p:spPr>
          <a:xfrm>
            <a:off x="911352" y="1205483"/>
            <a:ext cx="9601200" cy="4977385"/>
          </a:xfrm>
        </p:spPr>
        <p:txBody>
          <a:bodyPr/>
          <a:lstStyle/>
          <a:p>
            <a:r>
              <a:rPr lang="en-IN" b="1">
                <a:solidFill>
                  <a:schemeClr val="accent1">
                    <a:lumMod val="75000"/>
                  </a:schemeClr>
                </a:solidFill>
                <a:latin typeface="Times New Roman" panose="02020603050405020304" pitchFamily="18" charset="0"/>
                <a:cs typeface="Times New Roman" panose="02020603050405020304" pitchFamily="18" charset="0"/>
              </a:rPr>
              <a:t>High-Performance Liquid Chromatography (HPLC):</a:t>
            </a:r>
            <a:br>
              <a:rPr lang="en-IN">
                <a:latin typeface="Times New Roman" panose="02020603050405020304" pitchFamily="18" charset="0"/>
                <a:cs typeface="Times New Roman" panose="02020603050405020304" pitchFamily="18" charset="0"/>
              </a:rPr>
            </a:br>
            <a:r>
              <a:rPr lang="en-IN">
                <a:latin typeface="Times New Roman" panose="02020603050405020304" pitchFamily="18" charset="0"/>
                <a:cs typeface="Times New Roman" panose="02020603050405020304" pitchFamily="18" charset="0"/>
              </a:rPr>
              <a:t>Quantifies lipid components and encapsulated payload (e.g., mRNA, siRNA).</a:t>
            </a:r>
          </a:p>
          <a:p>
            <a:r>
              <a:rPr lang="en-US" b="1">
                <a:solidFill>
                  <a:schemeClr val="accent1">
                    <a:lumMod val="75000"/>
                  </a:schemeClr>
                </a:solidFill>
                <a:latin typeface="Times New Roman" panose="02020603050405020304" pitchFamily="18" charset="0"/>
                <a:cs typeface="Times New Roman" panose="02020603050405020304" pitchFamily="18" charset="0"/>
              </a:rPr>
              <a:t>Differential Scanning Calorimetry (DSC):</a:t>
            </a:r>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Used to study the thermal behavior and phase transitions of lipids in LNP formulations.</a:t>
            </a:r>
            <a:endParaRPr lang="en-IN">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AC721369-1B20-E19E-4AFE-6EA812966EB2}"/>
              </a:ext>
            </a:extLst>
          </p:cNvPr>
          <p:cNvSpPr>
            <a:spLocks noGrp="1"/>
          </p:cNvSpPr>
          <p:nvPr>
            <p:ph type="sldNum" sz="quarter" idx="12"/>
          </p:nvPr>
        </p:nvSpPr>
        <p:spPr/>
        <p:txBody>
          <a:bodyPr/>
          <a:lstStyle/>
          <a:p>
            <a:fld id="{E31375A4-56A4-47D6-9801-1991572033F7}" type="slidenum">
              <a:rPr lang="en-US" smtClean="0"/>
              <a:t>26</a:t>
            </a:fld>
            <a:endParaRPr lang="en-US"/>
          </a:p>
        </p:txBody>
      </p:sp>
    </p:spTree>
    <p:extLst>
      <p:ext uri="{BB962C8B-B14F-4D97-AF65-F5344CB8AC3E}">
        <p14:creationId xmlns:p14="http://schemas.microsoft.com/office/powerpoint/2010/main" val="890819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9DC55-554D-1957-AF3D-80F4546265E5}"/>
              </a:ext>
            </a:extLst>
          </p:cNvPr>
          <p:cNvSpPr>
            <a:spLocks noGrp="1"/>
          </p:cNvSpPr>
          <p:nvPr>
            <p:ph type="title"/>
          </p:nvPr>
        </p:nvSpPr>
        <p:spPr>
          <a:xfrm>
            <a:off x="1295400" y="495607"/>
            <a:ext cx="9601200" cy="1142385"/>
          </a:xfrm>
        </p:spPr>
        <p:txBody>
          <a:bodyPr>
            <a:noAutofit/>
          </a:bodyPr>
          <a:lstStyle/>
          <a:p>
            <a:r>
              <a:rPr lang="en-US" sz="4000">
                <a:latin typeface="Times New Roman" panose="02020603050405020304" pitchFamily="18" charset="0"/>
                <a:cs typeface="Times New Roman" panose="02020603050405020304" pitchFamily="18" charset="0"/>
              </a:rPr>
              <a:t>PAT Tools</a:t>
            </a:r>
            <a:endParaRPr lang="en-IN" sz="400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6839659-8FA4-92F7-7DE8-AD550E26F6AA}"/>
              </a:ext>
            </a:extLst>
          </p:cNvPr>
          <p:cNvSpPr>
            <a:spLocks noGrp="1"/>
          </p:cNvSpPr>
          <p:nvPr>
            <p:ph idx="1"/>
          </p:nvPr>
        </p:nvSpPr>
        <p:spPr>
          <a:xfrm>
            <a:off x="1295400" y="1990345"/>
            <a:ext cx="9601200" cy="3809999"/>
          </a:xfrm>
        </p:spPr>
        <p:txBody>
          <a:bodyPr/>
          <a:lstStyle/>
          <a:p>
            <a:r>
              <a:rPr lang="en-US">
                <a:latin typeface="Times New Roman" panose="02020603050405020304" pitchFamily="18" charset="0"/>
                <a:cs typeface="Times New Roman" panose="02020603050405020304" pitchFamily="18" charset="0"/>
              </a:rPr>
              <a:t>Multivariate tools for design, data acquisition, and analysis</a:t>
            </a:r>
          </a:p>
          <a:p>
            <a:r>
              <a:rPr lang="en-US">
                <a:latin typeface="Times New Roman" panose="02020603050405020304" pitchFamily="18" charset="0"/>
                <a:cs typeface="Times New Roman" panose="02020603050405020304" pitchFamily="18" charset="0"/>
              </a:rPr>
              <a:t>Process analyzers</a:t>
            </a:r>
          </a:p>
          <a:p>
            <a:r>
              <a:rPr lang="en-US">
                <a:latin typeface="Times New Roman" panose="02020603050405020304" pitchFamily="18" charset="0"/>
                <a:cs typeface="Times New Roman" panose="02020603050405020304" pitchFamily="18" charset="0"/>
              </a:rPr>
              <a:t>Process control tools</a:t>
            </a:r>
          </a:p>
          <a:p>
            <a:r>
              <a:rPr lang="en-US">
                <a:latin typeface="Times New Roman" panose="02020603050405020304" pitchFamily="18" charset="0"/>
                <a:cs typeface="Times New Roman" panose="02020603050405020304" pitchFamily="18" charset="0"/>
              </a:rPr>
              <a:t>Continuous improvement and knowledge management tools</a:t>
            </a:r>
          </a:p>
          <a:p>
            <a:pPr marL="0" indent="0">
              <a:buNone/>
            </a:pPr>
            <a:r>
              <a:rPr lang="en-US">
                <a:latin typeface="Times New Roman" panose="02020603050405020304" pitchFamily="18" charset="0"/>
                <a:cs typeface="Times New Roman" panose="02020603050405020304" pitchFamily="18" charset="0"/>
              </a:rPr>
              <a:t>An appropriate combination of some or all of these tools may be applicable to a single unit operation or to an entire manufacturing process and its quality assurance.</a:t>
            </a:r>
          </a:p>
          <a:p>
            <a:endParaRPr lang="en-IN">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5536C79-A3F9-D141-DC26-2F3526A51F32}"/>
              </a:ext>
            </a:extLst>
          </p:cNvPr>
          <p:cNvSpPr>
            <a:spLocks noGrp="1"/>
          </p:cNvSpPr>
          <p:nvPr>
            <p:ph type="sldNum" sz="quarter" idx="12"/>
          </p:nvPr>
        </p:nvSpPr>
        <p:spPr/>
        <p:txBody>
          <a:bodyPr/>
          <a:lstStyle/>
          <a:p>
            <a:fld id="{E31375A4-56A4-47D6-9801-1991572033F7}" type="slidenum">
              <a:rPr lang="en-US" smtClean="0"/>
              <a:t>27</a:t>
            </a:fld>
            <a:endParaRPr lang="en-US"/>
          </a:p>
        </p:txBody>
      </p:sp>
    </p:spTree>
    <p:extLst>
      <p:ext uri="{BB962C8B-B14F-4D97-AF65-F5344CB8AC3E}">
        <p14:creationId xmlns:p14="http://schemas.microsoft.com/office/powerpoint/2010/main" val="3370716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969BC-7F23-B105-C607-1DE4FE65E692}"/>
              </a:ext>
            </a:extLst>
          </p:cNvPr>
          <p:cNvSpPr>
            <a:spLocks noGrp="1"/>
          </p:cNvSpPr>
          <p:nvPr>
            <p:ph type="title"/>
          </p:nvPr>
        </p:nvSpPr>
        <p:spPr>
          <a:xfrm>
            <a:off x="1295400" y="384048"/>
            <a:ext cx="5964936" cy="768414"/>
          </a:xfrm>
        </p:spPr>
        <p:txBody>
          <a:bodyPr>
            <a:normAutofit/>
          </a:bodyPr>
          <a:lstStyle/>
          <a:p>
            <a:r>
              <a:rPr lang="en-US" sz="3600">
                <a:latin typeface="Times New Roman" panose="02020603050405020304" pitchFamily="18" charset="0"/>
                <a:cs typeface="Times New Roman" panose="02020603050405020304" pitchFamily="18" charset="0"/>
              </a:rPr>
              <a:t>PAT Measurement Level</a:t>
            </a:r>
            <a:endParaRPr lang="en-IN" sz="360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6672D93-7246-8F74-A54A-9EECC0F6A1E6}"/>
              </a:ext>
            </a:extLst>
          </p:cNvPr>
          <p:cNvSpPr>
            <a:spLocks noGrp="1"/>
          </p:cNvSpPr>
          <p:nvPr>
            <p:ph idx="1"/>
          </p:nvPr>
        </p:nvSpPr>
        <p:spPr>
          <a:xfrm>
            <a:off x="1295400" y="1395984"/>
            <a:ext cx="9601200" cy="4611624"/>
          </a:xfrm>
        </p:spPr>
        <p:txBody>
          <a:bodyPr>
            <a:normAutofit/>
          </a:bodyPr>
          <a:lstStyle/>
          <a:p>
            <a:r>
              <a:rPr lang="en-US" dirty="0">
                <a:latin typeface="Times New Roman" panose="02020603050405020304" pitchFamily="18" charset="0"/>
                <a:cs typeface="Times New Roman" panose="02020603050405020304" pitchFamily="18" charset="0"/>
              </a:rPr>
              <a:t>describe how closely an analytical method is connected to the manufacturing process and how useful it is for real-time control.</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Four Analytical levels:</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Offline: </a:t>
            </a:r>
            <a:r>
              <a:rPr lang="en-IN" dirty="0">
                <a:latin typeface="Times New Roman" panose="02020603050405020304" pitchFamily="18" charset="0"/>
                <a:cs typeface="Times New Roman" panose="02020603050405020304" pitchFamily="18" charset="0"/>
              </a:rPr>
              <a:t>analysis after sample removal</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At-line: analysis near the manufacturing line</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In-line: sensor placed directly in the process stream</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Online: automated sampling and analysis loop</a:t>
            </a:r>
          </a:p>
          <a:p>
            <a:r>
              <a:rPr lang="en-US" dirty="0">
                <a:latin typeface="Times New Roman" panose="02020603050405020304" pitchFamily="18" charset="0"/>
                <a:cs typeface="Times New Roman" panose="02020603050405020304" pitchFamily="18" charset="0"/>
              </a:rPr>
              <a:t>Process relevance and control capability increase from offline to online.</a:t>
            </a:r>
          </a:p>
        </p:txBody>
      </p:sp>
      <p:sp>
        <p:nvSpPr>
          <p:cNvPr id="4" name="Slide Number Placeholder 3">
            <a:extLst>
              <a:ext uri="{FF2B5EF4-FFF2-40B4-BE49-F238E27FC236}">
                <a16:creationId xmlns:a16="http://schemas.microsoft.com/office/drawing/2014/main" id="{A0918913-559B-A722-0A0A-C1F69F907A46}"/>
              </a:ext>
            </a:extLst>
          </p:cNvPr>
          <p:cNvSpPr>
            <a:spLocks noGrp="1"/>
          </p:cNvSpPr>
          <p:nvPr>
            <p:ph type="sldNum" sz="quarter" idx="12"/>
          </p:nvPr>
        </p:nvSpPr>
        <p:spPr/>
        <p:txBody>
          <a:bodyPr/>
          <a:lstStyle/>
          <a:p>
            <a:fld id="{E31375A4-56A4-47D6-9801-1991572033F7}" type="slidenum">
              <a:rPr lang="en-US" smtClean="0"/>
              <a:t>28</a:t>
            </a:fld>
            <a:endParaRPr lang="en-US"/>
          </a:p>
        </p:txBody>
      </p:sp>
    </p:spTree>
    <p:extLst>
      <p:ext uri="{BB962C8B-B14F-4D97-AF65-F5344CB8AC3E}">
        <p14:creationId xmlns:p14="http://schemas.microsoft.com/office/powerpoint/2010/main" val="647779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215BE-9FAE-F1EB-DEC0-3FFAC702E457}"/>
              </a:ext>
            </a:extLst>
          </p:cNvPr>
          <p:cNvSpPr>
            <a:spLocks noGrp="1"/>
          </p:cNvSpPr>
          <p:nvPr>
            <p:ph type="title"/>
          </p:nvPr>
        </p:nvSpPr>
        <p:spPr/>
        <p:txBody>
          <a:bodyPr/>
          <a:lstStyle/>
          <a:p>
            <a:r>
              <a:rPr lang="en-IN"/>
              <a:t>Conclusion</a:t>
            </a:r>
            <a:br>
              <a:rPr lang="en-IN"/>
            </a:br>
            <a:endParaRPr lang="en-IN"/>
          </a:p>
        </p:txBody>
      </p:sp>
      <p:sp>
        <p:nvSpPr>
          <p:cNvPr id="3" name="Content Placeholder 2">
            <a:extLst>
              <a:ext uri="{FF2B5EF4-FFF2-40B4-BE49-F238E27FC236}">
                <a16:creationId xmlns:a16="http://schemas.microsoft.com/office/drawing/2014/main" id="{F93AA126-4BE7-4E3E-46AD-92D68C31D3C9}"/>
              </a:ext>
            </a:extLst>
          </p:cNvPr>
          <p:cNvSpPr>
            <a:spLocks noGrp="1"/>
          </p:cNvSpPr>
          <p:nvPr>
            <p:ph idx="1"/>
          </p:nvPr>
        </p:nvSpPr>
        <p:spPr>
          <a:xfrm>
            <a:off x="1295400" y="1479804"/>
            <a:ext cx="9601200" cy="3898391"/>
          </a:xfrm>
        </p:spPr>
        <p:txBody>
          <a:bodyPr/>
          <a:lstStyle/>
          <a:p>
            <a:r>
              <a:rPr lang="en-US">
                <a:latin typeface="Times New Roman" panose="02020603050405020304" pitchFamily="18" charset="0"/>
                <a:cs typeface="Times New Roman" panose="02020603050405020304" pitchFamily="18" charset="0"/>
              </a:rPr>
              <a:t>Process Analytical Technology (PAT) helps monitor and control pharmaceutical processes while manufacturing is happening.</a:t>
            </a:r>
          </a:p>
          <a:p>
            <a:r>
              <a:rPr lang="en-US">
                <a:latin typeface="Times New Roman" panose="02020603050405020304" pitchFamily="18" charset="0"/>
                <a:cs typeface="Times New Roman" panose="02020603050405020304" pitchFamily="18" charset="0"/>
              </a:rPr>
              <a:t>Instead of checking quality only at the end, PAT checks quality during the process, which improves reliability.</a:t>
            </a:r>
          </a:p>
          <a:p>
            <a:r>
              <a:rPr lang="en-US">
                <a:latin typeface="Times New Roman" panose="02020603050405020304" pitchFamily="18" charset="0"/>
                <a:cs typeface="Times New Roman" panose="02020603050405020304" pitchFamily="18" charset="0"/>
              </a:rPr>
              <a:t>Different measurement approaches (offline, at-line, inline, and online) allow PAT to be used flexibly in many processes.</a:t>
            </a:r>
          </a:p>
          <a:p>
            <a:r>
              <a:rPr lang="en-US">
                <a:latin typeface="Times New Roman" panose="02020603050405020304" pitchFamily="18" charset="0"/>
                <a:cs typeface="Times New Roman" panose="02020603050405020304" pitchFamily="18" charset="0"/>
              </a:rPr>
              <a:t>In lipid nanoparticle (LNP) manufacturing, PAT is very important because it helps control particle size, which affects product performance.</a:t>
            </a:r>
          </a:p>
          <a:p>
            <a:r>
              <a:rPr lang="en-US">
                <a:latin typeface="Times New Roman" panose="02020603050405020304" pitchFamily="18" charset="0"/>
                <a:cs typeface="Times New Roman" panose="02020603050405020304" pitchFamily="18" charset="0"/>
              </a:rPr>
              <a:t>Overall, PAT supports better process design, consistent quality, and modern manufacturing methods such as continuous processing.</a:t>
            </a:r>
          </a:p>
          <a:p>
            <a:endParaRPr lang="en-IN">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10C4E03-315E-B6E0-6896-817C85C5EEB0}"/>
              </a:ext>
            </a:extLst>
          </p:cNvPr>
          <p:cNvSpPr>
            <a:spLocks noGrp="1"/>
          </p:cNvSpPr>
          <p:nvPr>
            <p:ph type="sldNum" sz="quarter" idx="12"/>
          </p:nvPr>
        </p:nvSpPr>
        <p:spPr/>
        <p:txBody>
          <a:bodyPr/>
          <a:lstStyle/>
          <a:p>
            <a:fld id="{E31375A4-56A4-47D6-9801-1991572033F7}" type="slidenum">
              <a:rPr lang="en-US" smtClean="0"/>
              <a:t>29</a:t>
            </a:fld>
            <a:endParaRPr lang="en-US"/>
          </a:p>
        </p:txBody>
      </p:sp>
    </p:spTree>
    <p:extLst>
      <p:ext uri="{BB962C8B-B14F-4D97-AF65-F5344CB8AC3E}">
        <p14:creationId xmlns:p14="http://schemas.microsoft.com/office/powerpoint/2010/main" val="3612956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E9899-39CA-E50D-DEEB-0F22CEA5E5B5}"/>
              </a:ext>
            </a:extLst>
          </p:cNvPr>
          <p:cNvSpPr>
            <a:spLocks noGrp="1"/>
          </p:cNvSpPr>
          <p:nvPr>
            <p:ph type="title"/>
          </p:nvPr>
        </p:nvSpPr>
        <p:spPr/>
        <p:txBody>
          <a:bodyPr>
            <a:normAutofit/>
          </a:bodyPr>
          <a:lstStyle/>
          <a:p>
            <a:r>
              <a:rPr lang="en-US" sz="4400">
                <a:latin typeface="Times New Roman" panose="02020603050405020304" pitchFamily="18" charset="0"/>
                <a:cs typeface="Times New Roman" panose="02020603050405020304" pitchFamily="18" charset="0"/>
              </a:rPr>
              <a:t>Resources:</a:t>
            </a:r>
            <a:endParaRPr lang="en-IN" sz="440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07D0E77-58F7-E287-811E-9BDE3F93260F}"/>
              </a:ext>
            </a:extLst>
          </p:cNvPr>
          <p:cNvSpPr>
            <a:spLocks noGrp="1"/>
          </p:cNvSpPr>
          <p:nvPr>
            <p:ph idx="1"/>
          </p:nvPr>
        </p:nvSpPr>
        <p:spPr>
          <a:xfrm>
            <a:off x="1295400" y="1646238"/>
            <a:ext cx="9601200" cy="3809999"/>
          </a:xfrm>
        </p:spPr>
        <p:txBody>
          <a:bodyPr vert="horz" lIns="91440" tIns="45720" rIns="91440" bIns="45720" rtlCol="0" anchor="t">
            <a:normAutofit fontScale="70000" lnSpcReduction="20000"/>
          </a:bodyPr>
          <a:lstStyle/>
          <a:p>
            <a:r>
              <a:rPr lang="en-IN" dirty="0">
                <a:ea typeface="+mn-lt"/>
                <a:cs typeface="+mn-lt"/>
                <a:hlinkClick r:id="rId2"/>
              </a:rPr>
              <a:t>https://www.sciencedirect.com/science/article/abs/pii/S0378517325003576</a:t>
            </a:r>
            <a:endParaRPr lang="en-IN" dirty="0">
              <a:ea typeface="+mn-lt"/>
              <a:cs typeface="+mn-lt"/>
            </a:endParaRPr>
          </a:p>
          <a:p>
            <a:pPr>
              <a:buClr>
                <a:srgbClr val="A43F27"/>
              </a:buClr>
            </a:pPr>
            <a:r>
              <a:rPr lang="en-IN" dirty="0">
                <a:ea typeface="+mn-lt"/>
                <a:cs typeface="+mn-lt"/>
                <a:hlinkClick r:id="rId3"/>
              </a:rPr>
              <a:t>https://pubmed.ncbi.nlm.nih.gov/40139451/</a:t>
            </a:r>
            <a:endParaRPr lang="en-IN" dirty="0">
              <a:ea typeface="+mn-lt"/>
              <a:cs typeface="+mn-lt"/>
            </a:endParaRPr>
          </a:p>
          <a:p>
            <a:pPr>
              <a:buClr>
                <a:srgbClr val="A43F27"/>
              </a:buClr>
            </a:pPr>
            <a:r>
              <a:rPr lang="en-IN" dirty="0">
                <a:ea typeface="+mn-lt"/>
                <a:cs typeface="+mn-lt"/>
                <a:hlinkClick r:id="rId4"/>
              </a:rPr>
              <a:t>https://www.cytivalifesciences.com/en/us/insights/filtration-of-nucleic-acids-and-lnps-in-mrna-manufacture</a:t>
            </a:r>
          </a:p>
          <a:p>
            <a:pPr>
              <a:buClr>
                <a:srgbClr val="A43F27"/>
              </a:buClr>
            </a:pPr>
            <a:r>
              <a:rPr lang="en-IN" dirty="0">
                <a:ea typeface="+mn-lt"/>
                <a:cs typeface="+mn-lt"/>
                <a:hlinkClick r:id="rId5"/>
              </a:rPr>
              <a:t>https://www.sharpservices.com/expert-content/beyond-lipids-the-science-of-lnp-manufacturing-and-fill-finish/</a:t>
            </a:r>
          </a:p>
          <a:p>
            <a:pPr>
              <a:buClr>
                <a:srgbClr val="A43F27"/>
              </a:buClr>
            </a:pPr>
            <a:r>
              <a:rPr lang="en-IN" dirty="0">
                <a:ea typeface="+mn-lt"/>
                <a:cs typeface="+mn-lt"/>
                <a:hlinkClick r:id="rId6"/>
              </a:rPr>
              <a:t>https://advanced.onlinelibrary.wiley.com/doi/10.1002/adma.202419538</a:t>
            </a:r>
          </a:p>
          <a:p>
            <a:pPr>
              <a:buClr>
                <a:srgbClr val="A43F27"/>
              </a:buClr>
            </a:pPr>
            <a:r>
              <a:rPr lang="en-IN" dirty="0">
                <a:ea typeface="+mn-lt"/>
                <a:cs typeface="+mn-lt"/>
                <a:hlinkClick r:id="rId7"/>
              </a:rPr>
              <a:t>https://www.researchgate.net/publication/361170223_Lipid_nanoparticle_formulations_for_optimal_RNA-based_topical_delivery_to_murine_airways</a:t>
            </a:r>
          </a:p>
          <a:p>
            <a:pPr>
              <a:buClr>
                <a:srgbClr val="A43F27"/>
              </a:buClr>
            </a:pPr>
            <a:r>
              <a:rPr lang="en-IN" dirty="0">
                <a:ea typeface="+mn-lt"/>
                <a:cs typeface="+mn-lt"/>
                <a:hlinkClick r:id="rId8"/>
              </a:rPr>
              <a:t>https://data.epo.org/publication-server/rest/v1.2/patents/EP4442256NWA1/document.html</a:t>
            </a:r>
          </a:p>
          <a:p>
            <a:pPr>
              <a:buClr>
                <a:srgbClr val="A43F27"/>
              </a:buClr>
            </a:pPr>
            <a:r>
              <a:rPr lang="en-IN" dirty="0">
                <a:ea typeface="+mn-lt"/>
                <a:cs typeface="+mn-lt"/>
                <a:hlinkClick r:id="rId9"/>
              </a:rPr>
              <a:t>https://patentimages.storage.googleapis.com/4b/d7/bf/442f9a59aba04c/US11191849.pdf</a:t>
            </a:r>
          </a:p>
          <a:p>
            <a:pPr>
              <a:buClr>
                <a:srgbClr val="A43F27"/>
              </a:buClr>
            </a:pPr>
            <a:r>
              <a:rPr lang="en-IN" dirty="0">
                <a:ea typeface="+mn-lt"/>
                <a:cs typeface="+mn-lt"/>
                <a:hlinkClick r:id="rId10"/>
              </a:rPr>
              <a:t>https://patentimages.storage.googleapis.com/b9/d6/94/1da620d0bbb5a7/US20230414747A1.pdf</a:t>
            </a:r>
          </a:p>
          <a:p>
            <a:pPr>
              <a:buClr>
                <a:srgbClr val="A43F27"/>
              </a:buClr>
            </a:pPr>
            <a:endParaRPr lang="en-IN" dirty="0">
              <a:ea typeface="+mn-lt"/>
              <a:cs typeface="+mn-lt"/>
              <a:hlinkClick r:id="rId10"/>
            </a:endParaRPr>
          </a:p>
          <a:p>
            <a:pPr>
              <a:buClr>
                <a:srgbClr val="A43F27"/>
              </a:buClr>
            </a:pPr>
            <a:endParaRPr lang="en-IN" dirty="0">
              <a:ea typeface="+mn-lt"/>
              <a:cs typeface="+mn-lt"/>
            </a:endParaRPr>
          </a:p>
          <a:p>
            <a:pPr>
              <a:buClr>
                <a:srgbClr val="A43F27"/>
              </a:buClr>
            </a:pPr>
            <a:endParaRPr lang="en-IN" dirty="0">
              <a:ea typeface="+mn-lt"/>
              <a:cs typeface="+mn-lt"/>
            </a:endParaRPr>
          </a:p>
          <a:p>
            <a:pPr>
              <a:buClr>
                <a:srgbClr val="A43F27"/>
              </a:buClr>
            </a:pPr>
            <a:endParaRPr lang="en-IN" dirty="0">
              <a:ea typeface="+mn-lt"/>
              <a:cs typeface="+mn-lt"/>
            </a:endParaRPr>
          </a:p>
          <a:p>
            <a:pPr>
              <a:buClr>
                <a:srgbClr val="A43F27"/>
              </a:buClr>
            </a:pPr>
            <a:endParaRPr lang="en-IN" dirty="0">
              <a:ea typeface="+mn-lt"/>
              <a:cs typeface="+mn-lt"/>
            </a:endParaRPr>
          </a:p>
          <a:p>
            <a:pPr>
              <a:buClr>
                <a:srgbClr val="A43F27"/>
              </a:buClr>
            </a:pPr>
            <a:endParaRPr lang="en-IN" dirty="0">
              <a:ea typeface="+mn-lt"/>
              <a:cs typeface="+mn-lt"/>
            </a:endParaRPr>
          </a:p>
          <a:p>
            <a:pPr>
              <a:buClr>
                <a:srgbClr val="A43F27"/>
              </a:buClr>
            </a:pPr>
            <a:endParaRPr lang="en-IN" dirty="0">
              <a:ea typeface="+mn-lt"/>
              <a:cs typeface="+mn-lt"/>
            </a:endParaRPr>
          </a:p>
        </p:txBody>
      </p:sp>
      <p:sp>
        <p:nvSpPr>
          <p:cNvPr id="4" name="Slide Number Placeholder 3">
            <a:extLst>
              <a:ext uri="{FF2B5EF4-FFF2-40B4-BE49-F238E27FC236}">
                <a16:creationId xmlns:a16="http://schemas.microsoft.com/office/drawing/2014/main" id="{45F13361-4378-F7EC-1943-2F192CFD600D}"/>
              </a:ext>
            </a:extLst>
          </p:cNvPr>
          <p:cNvSpPr>
            <a:spLocks noGrp="1"/>
          </p:cNvSpPr>
          <p:nvPr>
            <p:ph type="sldNum" sz="quarter" idx="12"/>
          </p:nvPr>
        </p:nvSpPr>
        <p:spPr/>
        <p:txBody>
          <a:bodyPr/>
          <a:lstStyle/>
          <a:p>
            <a:fld id="{E31375A4-56A4-47D6-9801-1991572033F7}" type="slidenum">
              <a:rPr lang="en-US" smtClean="0"/>
              <a:t>30</a:t>
            </a:fld>
            <a:endParaRPr lang="en-US"/>
          </a:p>
        </p:txBody>
      </p:sp>
    </p:spTree>
    <p:extLst>
      <p:ext uri="{BB962C8B-B14F-4D97-AF65-F5344CB8AC3E}">
        <p14:creationId xmlns:p14="http://schemas.microsoft.com/office/powerpoint/2010/main" val="3856639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F5683A-F1FB-754A-0A50-8A3A533EA3AF}"/>
              </a:ext>
            </a:extLst>
          </p:cNvPr>
          <p:cNvSpPr>
            <a:spLocks noGrp="1"/>
          </p:cNvSpPr>
          <p:nvPr>
            <p:ph idx="1"/>
          </p:nvPr>
        </p:nvSpPr>
        <p:spPr>
          <a:xfrm>
            <a:off x="1295400" y="1179577"/>
            <a:ext cx="9601200" cy="4611624"/>
          </a:xfrm>
        </p:spPr>
        <p:txBody>
          <a:bodyPr>
            <a:normAutofit/>
          </a:bodyPr>
          <a:lstStyle/>
          <a:p>
            <a:r>
              <a:rPr lang="en-IN" u="sng" dirty="0">
                <a:latin typeface="Times New Roman" panose="02020603050405020304" pitchFamily="18" charset="0"/>
                <a:cs typeface="Times New Roman" panose="02020603050405020304" pitchFamily="18" charset="0"/>
                <a:hlinkClick r:id="rId2"/>
              </a:rPr>
              <a:t>https://pubs.acs.org/doi/full/10.1021/acs.accounts.1c00544</a:t>
            </a:r>
            <a:endParaRPr lang="en-IN" dirty="0">
              <a:latin typeface="Times New Roman" panose="02020603050405020304" pitchFamily="18" charset="0"/>
              <a:cs typeface="Times New Roman" panose="02020603050405020304" pitchFamily="18" charset="0"/>
            </a:endParaRPr>
          </a:p>
          <a:p>
            <a:r>
              <a:rPr lang="en-IN" u="sng" dirty="0">
                <a:latin typeface="Times New Roman" panose="02020603050405020304" pitchFamily="18" charset="0"/>
                <a:cs typeface="Times New Roman" panose="02020603050405020304" pitchFamily="18" charset="0"/>
                <a:hlinkClick r:id="rId3"/>
              </a:rPr>
              <a:t>https://www.tandfonline.com/doi/full/10.1517/17425247.2012.673278#d1e579</a:t>
            </a:r>
            <a:endParaRPr lang="en-IN" dirty="0">
              <a:latin typeface="Times New Roman" panose="02020603050405020304" pitchFamily="18" charset="0"/>
              <a:cs typeface="Times New Roman" panose="02020603050405020304" pitchFamily="18" charset="0"/>
            </a:endParaRPr>
          </a:p>
          <a:p>
            <a:r>
              <a:rPr lang="en-IN" u="sng" dirty="0">
                <a:latin typeface="Times New Roman" panose="02020603050405020304" pitchFamily="18" charset="0"/>
                <a:cs typeface="Times New Roman" panose="02020603050405020304" pitchFamily="18" charset="0"/>
                <a:hlinkClick r:id="rId4"/>
              </a:rPr>
              <a:t>https://www.nature.com/articles/s41578-021-00358-0</a:t>
            </a:r>
            <a:endParaRPr lang="en-IN" dirty="0">
              <a:latin typeface="Times New Roman" panose="02020603050405020304" pitchFamily="18" charset="0"/>
              <a:cs typeface="Times New Roman" panose="02020603050405020304" pitchFamily="18" charset="0"/>
            </a:endParaRPr>
          </a:p>
          <a:p>
            <a:r>
              <a:rPr lang="en-IN" u="sng" dirty="0">
                <a:latin typeface="Times New Roman" panose="02020603050405020304" pitchFamily="18" charset="0"/>
                <a:cs typeface="Times New Roman" panose="02020603050405020304" pitchFamily="18" charset="0"/>
                <a:hlinkClick r:id="rId5"/>
              </a:rPr>
              <a:t>https://www.tandfonline.com/doi/full/10.2147/IJN.S123062#d1e182</a:t>
            </a:r>
            <a:endParaRPr lang="en-IN" dirty="0">
              <a:latin typeface="Times New Roman" panose="02020603050405020304" pitchFamily="18" charset="0"/>
              <a:cs typeface="Times New Roman" panose="02020603050405020304" pitchFamily="18" charset="0"/>
            </a:endParaRPr>
          </a:p>
          <a:p>
            <a:r>
              <a:rPr lang="en-IN" u="sng" dirty="0">
                <a:latin typeface="Times New Roman" panose="02020603050405020304" pitchFamily="18" charset="0"/>
                <a:cs typeface="Times New Roman" panose="02020603050405020304" pitchFamily="18" charset="0"/>
                <a:hlinkClick r:id="rId6"/>
              </a:rPr>
              <a:t>https://link.springer.com/article/10.1007/s00216-010-3781-x#Sec8</a:t>
            </a:r>
            <a:endParaRPr lang="en-IN" dirty="0">
              <a:latin typeface="Times New Roman" panose="02020603050405020304" pitchFamily="18" charset="0"/>
              <a:cs typeface="Times New Roman" panose="02020603050405020304" pitchFamily="18" charset="0"/>
            </a:endParaRPr>
          </a:p>
          <a:p>
            <a:r>
              <a:rPr lang="en-IN" u="sng" dirty="0">
                <a:latin typeface="Times New Roman" panose="02020603050405020304" pitchFamily="18" charset="0"/>
                <a:cs typeface="Times New Roman" panose="02020603050405020304" pitchFamily="18" charset="0"/>
                <a:hlinkClick r:id="rId7"/>
              </a:rPr>
              <a:t>https://pubs.rsc.org/en/content/articlehtml/2010/ay/c0ay00257g</a:t>
            </a:r>
            <a:endParaRPr lang="en-IN" dirty="0">
              <a:latin typeface="Times New Roman" panose="02020603050405020304" pitchFamily="18" charset="0"/>
              <a:cs typeface="Times New Roman" panose="02020603050405020304" pitchFamily="18" charset="0"/>
            </a:endParaRPr>
          </a:p>
          <a:p>
            <a:r>
              <a:rPr lang="en-IN" u="sng" dirty="0">
                <a:latin typeface="Times New Roman" panose="02020603050405020304" pitchFamily="18" charset="0"/>
                <a:cs typeface="Times New Roman" panose="02020603050405020304" pitchFamily="18" charset="0"/>
                <a:hlinkClick r:id="rId8"/>
              </a:rPr>
              <a:t>https://pubs.acs.org/doi/full/10.1021/op400358b</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2B41594-E6A4-0EFB-FF06-5621ED54D334}"/>
              </a:ext>
            </a:extLst>
          </p:cNvPr>
          <p:cNvSpPr>
            <a:spLocks noGrp="1"/>
          </p:cNvSpPr>
          <p:nvPr>
            <p:ph type="sldNum" sz="quarter" idx="12"/>
          </p:nvPr>
        </p:nvSpPr>
        <p:spPr/>
        <p:txBody>
          <a:bodyPr/>
          <a:lstStyle/>
          <a:p>
            <a:fld id="{E31375A4-56A4-47D6-9801-1991572033F7}" type="slidenum">
              <a:rPr lang="en-US" smtClean="0"/>
              <a:t>31</a:t>
            </a:fld>
            <a:endParaRPr lang="en-US"/>
          </a:p>
        </p:txBody>
      </p:sp>
    </p:spTree>
    <p:extLst>
      <p:ext uri="{BB962C8B-B14F-4D97-AF65-F5344CB8AC3E}">
        <p14:creationId xmlns:p14="http://schemas.microsoft.com/office/powerpoint/2010/main" val="1265562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D30820-4AB0-05C2-DA01-0277258B809D}"/>
              </a:ext>
            </a:extLst>
          </p:cNvPr>
          <p:cNvSpPr txBox="1"/>
          <p:nvPr/>
        </p:nvSpPr>
        <p:spPr>
          <a:xfrm>
            <a:off x="3419856" y="2413337"/>
            <a:ext cx="6373368" cy="1015663"/>
          </a:xfrm>
          <a:prstGeom prst="rect">
            <a:avLst/>
          </a:prstGeom>
          <a:noFill/>
        </p:spPr>
        <p:txBody>
          <a:bodyPr wrap="square" rtlCol="0">
            <a:spAutoFit/>
          </a:bodyPr>
          <a:lstStyle/>
          <a:p>
            <a:r>
              <a:rPr lang="en-IN" sz="6000">
                <a:latin typeface="Times New Roman" panose="02020603050405020304" pitchFamily="18" charset="0"/>
                <a:cs typeface="Times New Roman" panose="02020603050405020304" pitchFamily="18" charset="0"/>
              </a:rPr>
              <a:t>THANK YOU!!!</a:t>
            </a:r>
          </a:p>
        </p:txBody>
      </p:sp>
      <p:sp>
        <p:nvSpPr>
          <p:cNvPr id="3" name="Slide Number Placeholder 2">
            <a:extLst>
              <a:ext uri="{FF2B5EF4-FFF2-40B4-BE49-F238E27FC236}">
                <a16:creationId xmlns:a16="http://schemas.microsoft.com/office/drawing/2014/main" id="{C60FB0F7-B3F2-CB87-A851-B53232DEAE79}"/>
              </a:ext>
            </a:extLst>
          </p:cNvPr>
          <p:cNvSpPr>
            <a:spLocks noGrp="1"/>
          </p:cNvSpPr>
          <p:nvPr>
            <p:ph type="sldNum" sz="quarter" idx="12"/>
          </p:nvPr>
        </p:nvSpPr>
        <p:spPr/>
        <p:txBody>
          <a:bodyPr/>
          <a:lstStyle/>
          <a:p>
            <a:fld id="{E31375A4-56A4-47D6-9801-1991572033F7}" type="slidenum">
              <a:rPr lang="en-US" smtClean="0"/>
              <a:pPr/>
              <a:t>32</a:t>
            </a:fld>
            <a:endParaRPr lang="en-US"/>
          </a:p>
        </p:txBody>
      </p:sp>
    </p:spTree>
    <p:extLst>
      <p:ext uri="{BB962C8B-B14F-4D97-AF65-F5344CB8AC3E}">
        <p14:creationId xmlns:p14="http://schemas.microsoft.com/office/powerpoint/2010/main" val="1544302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amond Grid 16x9">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iness diamond grid presentation (widescreen).potx" id="{B2221865-AD13-4DF0-B68E-BF08E8CC5659}" vid="{BAA0C488-98B6-4F47-8E1C-5C7CD9605F73}"/>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diamond grid presentation (widescreen)</Template>
  <TotalTime>0</TotalTime>
  <Words>2091</Words>
  <Application>Microsoft Office PowerPoint</Application>
  <PresentationFormat>Widescreen</PresentationFormat>
  <Paragraphs>281</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Arial,Sans-Serif</vt:lpstr>
      <vt:lpstr>Times New Roman</vt:lpstr>
      <vt:lpstr>Wingdings</vt:lpstr>
      <vt:lpstr>Diamond Grid 16x9</vt:lpstr>
      <vt:lpstr>PowerPoint Presentation</vt:lpstr>
      <vt:lpstr>Quenching</vt:lpstr>
      <vt:lpstr>Down-Stream Process</vt:lpstr>
      <vt:lpstr>Tangential Flow Filtration (TFF)</vt:lpstr>
      <vt:lpstr>Membrane MWCO</vt:lpstr>
      <vt:lpstr>Transmembrane Pressure (TMP)</vt:lpstr>
      <vt:lpstr>Alternatives to TFF</vt:lpstr>
      <vt:lpstr>Sterile Filtration</vt:lpstr>
      <vt:lpstr>PowerPoint Presentation</vt:lpstr>
      <vt:lpstr>Fill–Finish</vt:lpstr>
      <vt:lpstr>mRNA Feed (Aqueous Phase)</vt:lpstr>
      <vt:lpstr>Buffer Systems and Lipid-RNA Relationships</vt:lpstr>
      <vt:lpstr>Lipid Feed (Organic Phase)</vt:lpstr>
      <vt:lpstr>Ionizable Lipids</vt:lpstr>
      <vt:lpstr>Helper Lipids Examples</vt:lpstr>
      <vt:lpstr>Sterols &amp; Lipopolymers</vt:lpstr>
      <vt:lpstr>PowerPoint Presentation</vt:lpstr>
      <vt:lpstr>Design Space</vt:lpstr>
      <vt:lpstr>N/P ratio (critical feed parameter)</vt:lpstr>
      <vt:lpstr>Feed Variables Classified (Engineering View)</vt:lpstr>
      <vt:lpstr>Process Analytical Technology(PAT)</vt:lpstr>
      <vt:lpstr>Why Use PAT?</vt:lpstr>
      <vt:lpstr>PAT Implementation</vt:lpstr>
      <vt:lpstr>Role of PAT in LNP Manufacturing </vt:lpstr>
      <vt:lpstr>Some Analytical techniques used in PAT</vt:lpstr>
      <vt:lpstr>PowerPoint Presentation</vt:lpstr>
      <vt:lpstr>PAT Tools</vt:lpstr>
      <vt:lpstr>PAT Measurement Level</vt:lpstr>
      <vt:lpstr>Conclusion </vt:lpstr>
      <vt:lpstr>Resources: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Saket Jonwal</dc:creator>
  <cp:lastModifiedBy>Saket Jonwal</cp:lastModifiedBy>
  <cp:revision>1</cp:revision>
  <dcterms:created xsi:type="dcterms:W3CDTF">2026-01-29T09:33:13Z</dcterms:created>
  <dcterms:modified xsi:type="dcterms:W3CDTF">2026-02-14T20:34:52Z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