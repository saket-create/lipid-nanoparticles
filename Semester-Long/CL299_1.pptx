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2" r:id="rId2"/>
    <p:sldId id="263" r:id="rId3"/>
    <p:sldId id="264" r:id="rId4"/>
    <p:sldId id="269" r:id="rId5"/>
    <p:sldId id="270" r:id="rId6"/>
    <p:sldId id="266" r:id="rId7"/>
    <p:sldId id="268" r:id="rId8"/>
    <p:sldId id="267" r:id="rId9"/>
    <p:sldId id="271" r:id="rId10"/>
    <p:sldId id="272" r:id="rId11"/>
    <p:sldId id="274" r:id="rId12"/>
    <p:sldId id="275" r:id="rId13"/>
    <p:sldId id="276" r:id="rId14"/>
    <p:sldId id="277" r:id="rId15"/>
    <p:sldId id="279" r:id="rId16"/>
    <p:sldId id="289" r:id="rId17"/>
    <p:sldId id="280" r:id="rId18"/>
    <p:sldId id="278" r:id="rId19"/>
    <p:sldId id="283" r:id="rId20"/>
    <p:sldId id="282" r:id="rId21"/>
    <p:sldId id="284" r:id="rId22"/>
    <p:sldId id="286" r:id="rId23"/>
    <p:sldId id="285" r:id="rId24"/>
    <p:sldId id="287" r:id="rId25"/>
    <p:sldId id="281" r:id="rId26"/>
    <p:sldId id="2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B66B05-C7FE-463D-AA0A-8BE1CCD8CA94}">
          <p14:sldIdLst>
            <p14:sldId id="262"/>
            <p14:sldId id="263"/>
            <p14:sldId id="264"/>
            <p14:sldId id="269"/>
            <p14:sldId id="270"/>
            <p14:sldId id="266"/>
            <p14:sldId id="268"/>
            <p14:sldId id="267"/>
            <p14:sldId id="271"/>
            <p14:sldId id="272"/>
            <p14:sldId id="274"/>
            <p14:sldId id="275"/>
            <p14:sldId id="276"/>
            <p14:sldId id="277"/>
            <p14:sldId id="279"/>
            <p14:sldId id="289"/>
            <p14:sldId id="280"/>
            <p14:sldId id="278"/>
            <p14:sldId id="283"/>
            <p14:sldId id="282"/>
            <p14:sldId id="284"/>
            <p14:sldId id="286"/>
            <p14:sldId id="285"/>
            <p14:sldId id="287"/>
            <p14:sldId id="281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2EF7E5C6-609E-917D-4BD2-AA76C83E3321}"/>
    <pc:docChg chg="modSld">
      <pc:chgData name="Guest User" userId="" providerId="Windows Live" clId="Web-{2EF7E5C6-609E-917D-4BD2-AA76C83E3321}" dt="2026-01-27T10:48:16.764" v="31" actId="20577"/>
      <pc:docMkLst>
        <pc:docMk/>
      </pc:docMkLst>
      <pc:sldChg chg="modSp">
        <pc:chgData name="Guest User" userId="" providerId="Windows Live" clId="Web-{2EF7E5C6-609E-917D-4BD2-AA76C83E3321}" dt="2026-01-27T10:08:06.511" v="7" actId="20577"/>
        <pc:sldMkLst>
          <pc:docMk/>
          <pc:sldMk cId="2688050293" sldId="269"/>
        </pc:sldMkLst>
        <pc:spChg chg="mod">
          <ac:chgData name="Guest User" userId="" providerId="Windows Live" clId="Web-{2EF7E5C6-609E-917D-4BD2-AA76C83E3321}" dt="2026-01-27T10:08:06.511" v="7" actId="20577"/>
          <ac:spMkLst>
            <pc:docMk/>
            <pc:sldMk cId="2688050293" sldId="269"/>
            <ac:spMk id="4" creationId="{7E05B424-7320-2160-02AC-E9CCFA60D25D}"/>
          </ac:spMkLst>
        </pc:spChg>
      </pc:sldChg>
      <pc:sldChg chg="modSp">
        <pc:chgData name="Guest User" userId="" providerId="Windows Live" clId="Web-{2EF7E5C6-609E-917D-4BD2-AA76C83E3321}" dt="2026-01-27T10:16:48.309" v="27" actId="20577"/>
        <pc:sldMkLst>
          <pc:docMk/>
          <pc:sldMk cId="3022292377" sldId="270"/>
        </pc:sldMkLst>
        <pc:spChg chg="mod">
          <ac:chgData name="Guest User" userId="" providerId="Windows Live" clId="Web-{2EF7E5C6-609E-917D-4BD2-AA76C83E3321}" dt="2026-01-27T10:16:48.309" v="27" actId="20577"/>
          <ac:spMkLst>
            <pc:docMk/>
            <pc:sldMk cId="3022292377" sldId="270"/>
            <ac:spMk id="3" creationId="{496F9C8A-AF1D-B47D-AAD8-7A1F5BB91686}"/>
          </ac:spMkLst>
        </pc:spChg>
      </pc:sldChg>
      <pc:sldChg chg="modSp">
        <pc:chgData name="Guest User" userId="" providerId="Windows Live" clId="Web-{2EF7E5C6-609E-917D-4BD2-AA76C83E3321}" dt="2026-01-27T09:49:16.400" v="2" actId="20577"/>
        <pc:sldMkLst>
          <pc:docMk/>
          <pc:sldMk cId="922648128" sldId="281"/>
        </pc:sldMkLst>
        <pc:spChg chg="mod">
          <ac:chgData name="Guest User" userId="" providerId="Windows Live" clId="Web-{2EF7E5C6-609E-917D-4BD2-AA76C83E3321}" dt="2026-01-27T09:49:16.400" v="2" actId="20577"/>
          <ac:spMkLst>
            <pc:docMk/>
            <pc:sldMk cId="922648128" sldId="281"/>
            <ac:spMk id="3" creationId="{6F475714-06DF-3F40-C95B-36EC6D745B38}"/>
          </ac:spMkLst>
        </pc:spChg>
      </pc:sldChg>
      <pc:sldChg chg="modSp">
        <pc:chgData name="Guest User" userId="" providerId="Windows Live" clId="Web-{2EF7E5C6-609E-917D-4BD2-AA76C83E3321}" dt="2026-01-27T10:48:16.764" v="31" actId="20577"/>
        <pc:sldMkLst>
          <pc:docMk/>
          <pc:sldMk cId="2366283555" sldId="284"/>
        </pc:sldMkLst>
        <pc:spChg chg="mod">
          <ac:chgData name="Guest User" userId="" providerId="Windows Live" clId="Web-{2EF7E5C6-609E-917D-4BD2-AA76C83E3321}" dt="2026-01-27T10:48:16.764" v="31" actId="20577"/>
          <ac:spMkLst>
            <pc:docMk/>
            <pc:sldMk cId="2366283555" sldId="284"/>
            <ac:spMk id="3" creationId="{9F42BEB4-C4C4-424E-B617-49BA28527A02}"/>
          </ac:spMkLst>
        </pc:spChg>
      </pc:sldChg>
    </pc:docChg>
  </pc:docChgLst>
  <pc:docChgLst>
    <pc:chgData name="Guest User" providerId="Windows Live" clId="Web-{6B0992E6-CB06-DA7F-C95F-1815E1F52B3A}"/>
    <pc:docChg chg="modSld">
      <pc:chgData name="Guest User" userId="" providerId="Windows Live" clId="Web-{6B0992E6-CB06-DA7F-C95F-1815E1F52B3A}" dt="2026-01-26T16:28:58.517" v="73" actId="20577"/>
      <pc:docMkLst>
        <pc:docMk/>
      </pc:docMkLst>
      <pc:sldChg chg="modSp">
        <pc:chgData name="Guest User" userId="" providerId="Windows Live" clId="Web-{6B0992E6-CB06-DA7F-C95F-1815E1F52B3A}" dt="2026-01-26T16:27:34.341" v="67" actId="20577"/>
        <pc:sldMkLst>
          <pc:docMk/>
          <pc:sldMk cId="3482142678" sldId="272"/>
        </pc:sldMkLst>
        <pc:spChg chg="mod">
          <ac:chgData name="Guest User" userId="" providerId="Windows Live" clId="Web-{6B0992E6-CB06-DA7F-C95F-1815E1F52B3A}" dt="2026-01-26T16:27:34.341" v="67" actId="20577"/>
          <ac:spMkLst>
            <pc:docMk/>
            <pc:sldMk cId="3482142678" sldId="272"/>
            <ac:spMk id="3" creationId="{DC8FA192-CE90-325A-EADB-05D140893986}"/>
          </ac:spMkLst>
        </pc:spChg>
      </pc:sldChg>
      <pc:sldChg chg="modSp">
        <pc:chgData name="Guest User" userId="" providerId="Windows Live" clId="Web-{6B0992E6-CB06-DA7F-C95F-1815E1F52B3A}" dt="2026-01-26T16:28:58.517" v="73" actId="20577"/>
        <pc:sldMkLst>
          <pc:docMk/>
          <pc:sldMk cId="1041620100" sldId="287"/>
        </pc:sldMkLst>
        <pc:spChg chg="mod">
          <ac:chgData name="Guest User" userId="" providerId="Windows Live" clId="Web-{6B0992E6-CB06-DA7F-C95F-1815E1F52B3A}" dt="2026-01-26T16:28:58.517" v="73" actId="20577"/>
          <ac:spMkLst>
            <pc:docMk/>
            <pc:sldMk cId="1041620100" sldId="287"/>
            <ac:spMk id="2" creationId="{8D34E1D7-DBA5-AB16-CB38-392E05478877}"/>
          </ac:spMkLst>
        </pc:spChg>
        <pc:spChg chg="mod">
          <ac:chgData name="Guest User" userId="" providerId="Windows Live" clId="Web-{6B0992E6-CB06-DA7F-C95F-1815E1F52B3A}" dt="2026-01-26T16:28:48.407" v="71" actId="20577"/>
          <ac:spMkLst>
            <pc:docMk/>
            <pc:sldMk cId="1041620100" sldId="287"/>
            <ac:spMk id="3" creationId="{740404F7-5519-2023-846D-2E0386F1DE90}"/>
          </ac:spMkLst>
        </pc:spChg>
      </pc:sldChg>
    </pc:docChg>
  </pc:docChgLst>
  <pc:docChgLst>
    <pc:chgData name="Guest User" providerId="Windows Live" clId="Web-{4611A33F-5EBC-0C76-CBAF-18151AA77743}"/>
    <pc:docChg chg="addSld modSld sldOrd addSection delSection modSection">
      <pc:chgData name="Guest User" userId="" providerId="Windows Live" clId="Web-{4611A33F-5EBC-0C76-CBAF-18151AA77743}" dt="2026-01-26T13:34:07.085" v="509"/>
      <pc:docMkLst>
        <pc:docMk/>
      </pc:docMkLst>
      <pc:sldChg chg="modSp">
        <pc:chgData name="Guest User" userId="" providerId="Windows Live" clId="Web-{4611A33F-5EBC-0C76-CBAF-18151AA77743}" dt="2026-01-26T11:53:46.465" v="2" actId="14100"/>
        <pc:sldMkLst>
          <pc:docMk/>
          <pc:sldMk cId="3022292377" sldId="270"/>
        </pc:sldMkLst>
        <pc:spChg chg="mod">
          <ac:chgData name="Guest User" userId="" providerId="Windows Live" clId="Web-{4611A33F-5EBC-0C76-CBAF-18151AA77743}" dt="2026-01-26T11:53:46.465" v="2" actId="14100"/>
          <ac:spMkLst>
            <pc:docMk/>
            <pc:sldMk cId="3022292377" sldId="270"/>
            <ac:spMk id="3" creationId="{496F9C8A-AF1D-B47D-AAD8-7A1F5BB91686}"/>
          </ac:spMkLst>
        </pc:spChg>
      </pc:sldChg>
      <pc:sldChg chg="modSp">
        <pc:chgData name="Guest User" userId="" providerId="Windows Live" clId="Web-{4611A33F-5EBC-0C76-CBAF-18151AA77743}" dt="2026-01-26T12:14:28.913" v="4" actId="14100"/>
        <pc:sldMkLst>
          <pc:docMk/>
          <pc:sldMk cId="1428948572" sldId="278"/>
        </pc:sldMkLst>
        <pc:spChg chg="mod">
          <ac:chgData name="Guest User" userId="" providerId="Windows Live" clId="Web-{4611A33F-5EBC-0C76-CBAF-18151AA77743}" dt="2026-01-26T12:14:28.913" v="4" actId="14100"/>
          <ac:spMkLst>
            <pc:docMk/>
            <pc:sldMk cId="1428948572" sldId="278"/>
            <ac:spMk id="3" creationId="{CB2B2416-FFA9-E57A-FE7B-8D344F0CB318}"/>
          </ac:spMkLst>
        </pc:spChg>
      </pc:sldChg>
      <pc:sldChg chg="modSp">
        <pc:chgData name="Guest User" userId="" providerId="Windows Live" clId="Web-{4611A33F-5EBC-0C76-CBAF-18151AA77743}" dt="2026-01-26T12:38:02.188" v="88" actId="20577"/>
        <pc:sldMkLst>
          <pc:docMk/>
          <pc:sldMk cId="3426540751" sldId="282"/>
        </pc:sldMkLst>
        <pc:spChg chg="mod">
          <ac:chgData name="Guest User" userId="" providerId="Windows Live" clId="Web-{4611A33F-5EBC-0C76-CBAF-18151AA77743}" dt="2026-01-26T12:38:02.188" v="88" actId="20577"/>
          <ac:spMkLst>
            <pc:docMk/>
            <pc:sldMk cId="3426540751" sldId="282"/>
            <ac:spMk id="3" creationId="{B24A90E2-08A7-1B31-7207-2F5E801C062A}"/>
          </ac:spMkLst>
        </pc:spChg>
      </pc:sldChg>
      <pc:sldChg chg="ord">
        <pc:chgData name="Guest User" userId="" providerId="Windows Live" clId="Web-{4611A33F-5EBC-0C76-CBAF-18151AA77743}" dt="2026-01-26T12:34:39.765" v="67"/>
        <pc:sldMkLst>
          <pc:docMk/>
          <pc:sldMk cId="1093110595" sldId="283"/>
        </pc:sldMkLst>
      </pc:sldChg>
      <pc:sldChg chg="modSp">
        <pc:chgData name="Guest User" userId="" providerId="Windows Live" clId="Web-{4611A33F-5EBC-0C76-CBAF-18151AA77743}" dt="2026-01-26T13:05:24.106" v="473" actId="20577"/>
        <pc:sldMkLst>
          <pc:docMk/>
          <pc:sldMk cId="1388114605" sldId="285"/>
        </pc:sldMkLst>
        <pc:spChg chg="mod">
          <ac:chgData name="Guest User" userId="" providerId="Windows Live" clId="Web-{4611A33F-5EBC-0C76-CBAF-18151AA77743}" dt="2026-01-26T13:05:24.106" v="473" actId="20577"/>
          <ac:spMkLst>
            <pc:docMk/>
            <pc:sldMk cId="1388114605" sldId="285"/>
            <ac:spMk id="3" creationId="{A100CDBF-0843-E8EF-0EE5-FBD445137167}"/>
          </ac:spMkLst>
        </pc:spChg>
      </pc:sldChg>
      <pc:sldChg chg="modSp new">
        <pc:chgData name="Guest User" userId="" providerId="Windows Live" clId="Web-{4611A33F-5EBC-0C76-CBAF-18151AA77743}" dt="2026-01-26T13:29:45.475" v="508" actId="20577"/>
        <pc:sldMkLst>
          <pc:docMk/>
          <pc:sldMk cId="1041620100" sldId="287"/>
        </pc:sldMkLst>
        <pc:spChg chg="mod">
          <ac:chgData name="Guest User" userId="" providerId="Windows Live" clId="Web-{4611A33F-5EBC-0C76-CBAF-18151AA77743}" dt="2026-01-26T13:29:45.475" v="508" actId="20577"/>
          <ac:spMkLst>
            <pc:docMk/>
            <pc:sldMk cId="1041620100" sldId="287"/>
            <ac:spMk id="3" creationId="{740404F7-5519-2023-846D-2E0386F1DE90}"/>
          </ac:spMkLst>
        </pc:spChg>
      </pc:sldChg>
      <pc:sldChg chg="new">
        <pc:chgData name="Guest User" userId="" providerId="Windows Live" clId="Web-{4611A33F-5EBC-0C76-CBAF-18151AA77743}" dt="2026-01-26T13:34:07.085" v="509"/>
        <pc:sldMkLst>
          <pc:docMk/>
          <pc:sldMk cId="2037244128" sldId="289"/>
        </pc:sldMkLst>
      </pc:sldChg>
    </pc:docChg>
  </pc:docChgLst>
  <pc:docChgLst>
    <pc:chgData name="Guest User" providerId="Windows Live" clId="Web-{D1906AA6-43A3-C44E-3C34-5D7FC51D7DC9}"/>
    <pc:docChg chg="addSld modSld modSection">
      <pc:chgData name="Guest User" userId="" providerId="Windows Live" clId="Web-{D1906AA6-43A3-C44E-3C34-5D7FC51D7DC9}" dt="2026-02-01T09:53:23.148" v="1"/>
      <pc:docMkLst>
        <pc:docMk/>
      </pc:docMkLst>
    </pc:docChg>
  </pc:docChgLst>
  <pc:docChgLst>
    <pc:chgData name="Guest User" providerId="Windows Live" clId="Web-{4EDDEEB7-D7A3-FE12-CF75-EC55275B45B4}"/>
    <pc:docChg chg="addSld modSld">
      <pc:chgData name="Guest User" userId="" providerId="Windows Live" clId="Web-{4EDDEEB7-D7A3-FE12-CF75-EC55275B45B4}" dt="2026-01-26T13:35:43.442" v="486" actId="20577"/>
      <pc:docMkLst>
        <pc:docMk/>
      </pc:docMkLst>
      <pc:sldChg chg="delSp modSp new">
        <pc:chgData name="Guest User" userId="" providerId="Windows Live" clId="Web-{4EDDEEB7-D7A3-FE12-CF75-EC55275B45B4}" dt="2026-01-26T12:14:49.114" v="302" actId="20577"/>
        <pc:sldMkLst>
          <pc:docMk/>
          <pc:sldMk cId="1428948572" sldId="278"/>
        </pc:sldMkLst>
        <pc:spChg chg="mod">
          <ac:chgData name="Guest User" userId="" providerId="Windows Live" clId="Web-{4EDDEEB7-D7A3-FE12-CF75-EC55275B45B4}" dt="2026-01-26T12:06:52.883" v="256" actId="1076"/>
          <ac:spMkLst>
            <pc:docMk/>
            <pc:sldMk cId="1428948572" sldId="278"/>
            <ac:spMk id="2" creationId="{A42793B6-E4E7-2B6A-94C8-507D7E55442C}"/>
          </ac:spMkLst>
        </pc:spChg>
        <pc:spChg chg="mod">
          <ac:chgData name="Guest User" userId="" providerId="Windows Live" clId="Web-{4EDDEEB7-D7A3-FE12-CF75-EC55275B45B4}" dt="2026-01-26T12:14:49.114" v="302" actId="20577"/>
          <ac:spMkLst>
            <pc:docMk/>
            <pc:sldMk cId="1428948572" sldId="278"/>
            <ac:spMk id="3" creationId="{CB2B2416-FFA9-E57A-FE7B-8D344F0CB318}"/>
          </ac:spMkLst>
        </pc:spChg>
      </pc:sldChg>
      <pc:sldChg chg="addSp delSp modSp">
        <pc:chgData name="Guest User" userId="" providerId="Windows Live" clId="Web-{4EDDEEB7-D7A3-FE12-CF75-EC55275B45B4}" dt="2026-01-26T11:10:35.399" v="153" actId="20577"/>
        <pc:sldMkLst>
          <pc:docMk/>
          <pc:sldMk cId="2396805497" sldId="279"/>
        </pc:sldMkLst>
        <pc:spChg chg="mod">
          <ac:chgData name="Guest User" userId="" providerId="Windows Live" clId="Web-{4EDDEEB7-D7A3-FE12-CF75-EC55275B45B4}" dt="2026-01-26T11:10:35.399" v="153" actId="20577"/>
          <ac:spMkLst>
            <pc:docMk/>
            <pc:sldMk cId="2396805497" sldId="279"/>
            <ac:spMk id="3" creationId="{AC7F9618-5642-5D53-C122-F0E341AB4A97}"/>
          </ac:spMkLst>
        </pc:spChg>
      </pc:sldChg>
      <pc:sldChg chg="addSp modSp">
        <pc:chgData name="Guest User" userId="" providerId="Windows Live" clId="Web-{4EDDEEB7-D7A3-FE12-CF75-EC55275B45B4}" dt="2026-01-26T12:07:57.103" v="262" actId="1076"/>
        <pc:sldMkLst>
          <pc:docMk/>
          <pc:sldMk cId="3478639528" sldId="280"/>
        </pc:sldMkLst>
        <pc:spChg chg="mod">
          <ac:chgData name="Guest User" userId="" providerId="Windows Live" clId="Web-{4EDDEEB7-D7A3-FE12-CF75-EC55275B45B4}" dt="2026-01-26T12:02:52.474" v="219" actId="20577"/>
          <ac:spMkLst>
            <pc:docMk/>
            <pc:sldMk cId="3478639528" sldId="280"/>
            <ac:spMk id="3" creationId="{58F538FB-2C15-8F45-AC80-945899988209}"/>
          </ac:spMkLst>
        </pc:spChg>
        <pc:picChg chg="add mod">
          <ac:chgData name="Guest User" userId="" providerId="Windows Live" clId="Web-{4EDDEEB7-D7A3-FE12-CF75-EC55275B45B4}" dt="2026-01-26T12:07:57.103" v="262" actId="1076"/>
          <ac:picMkLst>
            <pc:docMk/>
            <pc:sldMk cId="3478639528" sldId="280"/>
            <ac:picMk id="4" creationId="{0D3FDB35-89B3-8641-A157-A66E3E379DA8}"/>
          </ac:picMkLst>
        </pc:picChg>
      </pc:sldChg>
      <pc:sldChg chg="modSp new">
        <pc:chgData name="Guest User" userId="" providerId="Windows Live" clId="Web-{4EDDEEB7-D7A3-FE12-CF75-EC55275B45B4}" dt="2026-01-26T12:21:04.201" v="307" actId="20577"/>
        <pc:sldMkLst>
          <pc:docMk/>
          <pc:sldMk cId="3426540751" sldId="282"/>
        </pc:sldMkLst>
        <pc:spChg chg="mod">
          <ac:chgData name="Guest User" userId="" providerId="Windows Live" clId="Web-{4EDDEEB7-D7A3-FE12-CF75-EC55275B45B4}" dt="2026-01-26T12:21:04.201" v="307" actId="20577"/>
          <ac:spMkLst>
            <pc:docMk/>
            <pc:sldMk cId="3426540751" sldId="282"/>
            <ac:spMk id="3" creationId="{B24A90E2-08A7-1B31-7207-2F5E801C062A}"/>
          </ac:spMkLst>
        </pc:spChg>
      </pc:sldChg>
      <pc:sldChg chg="modSp">
        <pc:chgData name="Guest User" userId="" providerId="Windows Live" clId="Web-{4EDDEEB7-D7A3-FE12-CF75-EC55275B45B4}" dt="2026-01-26T12:53:07.572" v="482" actId="20577"/>
        <pc:sldMkLst>
          <pc:docMk/>
          <pc:sldMk cId="1388114605" sldId="285"/>
        </pc:sldMkLst>
        <pc:spChg chg="mod">
          <ac:chgData name="Guest User" userId="" providerId="Windows Live" clId="Web-{4EDDEEB7-D7A3-FE12-CF75-EC55275B45B4}" dt="2026-01-26T12:49:29.582" v="475" actId="20577"/>
          <ac:spMkLst>
            <pc:docMk/>
            <pc:sldMk cId="1388114605" sldId="285"/>
            <ac:spMk id="2" creationId="{76B722B6-D137-C624-2FFF-D9EA299C3FBE}"/>
          </ac:spMkLst>
        </pc:spChg>
        <pc:spChg chg="mod">
          <ac:chgData name="Guest User" userId="" providerId="Windows Live" clId="Web-{4EDDEEB7-D7A3-FE12-CF75-EC55275B45B4}" dt="2026-01-26T12:53:07.572" v="482" actId="20577"/>
          <ac:spMkLst>
            <pc:docMk/>
            <pc:sldMk cId="1388114605" sldId="285"/>
            <ac:spMk id="3" creationId="{A100CDBF-0843-E8EF-0EE5-FBD445137167}"/>
          </ac:spMkLst>
        </pc:spChg>
      </pc:sldChg>
      <pc:sldChg chg="modSp">
        <pc:chgData name="Guest User" userId="" providerId="Windows Live" clId="Web-{4EDDEEB7-D7A3-FE12-CF75-EC55275B45B4}" dt="2026-01-26T13:35:43.442" v="486" actId="20577"/>
        <pc:sldMkLst>
          <pc:docMk/>
          <pc:sldMk cId="1041620100" sldId="287"/>
        </pc:sldMkLst>
        <pc:spChg chg="mod">
          <ac:chgData name="Guest User" userId="" providerId="Windows Live" clId="Web-{4EDDEEB7-D7A3-FE12-CF75-EC55275B45B4}" dt="2026-01-26T13:35:43.442" v="486" actId="20577"/>
          <ac:spMkLst>
            <pc:docMk/>
            <pc:sldMk cId="1041620100" sldId="287"/>
            <ac:spMk id="3" creationId="{740404F7-5519-2023-846D-2E0386F1DE90}"/>
          </ac:spMkLst>
        </pc:spChg>
      </pc:sldChg>
    </pc:docChg>
  </pc:docChgLst>
  <pc:docChgLst>
    <pc:chgData name="Saket Jonwal" userId="e987aff2cc526e99" providerId="LiveId" clId="{E7F24A9B-30E1-403B-835C-32C2FE2C0384}"/>
    <pc:docChg chg="undo redo custSel addSld delSld modSld modSection">
      <pc:chgData name="Saket Jonwal" userId="e987aff2cc526e99" providerId="LiveId" clId="{E7F24A9B-30E1-403B-835C-32C2FE2C0384}" dt="2026-02-13T17:16:45.841" v="2837" actId="47"/>
      <pc:docMkLst>
        <pc:docMk/>
      </pc:docMkLst>
      <pc:sldChg chg="addSp modSp mod">
        <pc:chgData name="Saket Jonwal" userId="e987aff2cc526e99" providerId="LiveId" clId="{E7F24A9B-30E1-403B-835C-32C2FE2C0384}" dt="2026-01-26T11:58:44.782" v="2377" actId="1076"/>
        <pc:sldMkLst>
          <pc:docMk/>
          <pc:sldMk cId="2408524878" sldId="262"/>
        </pc:sldMkLst>
        <pc:spChg chg="mod">
          <ac:chgData name="Saket Jonwal" userId="e987aff2cc526e99" providerId="LiveId" clId="{E7F24A9B-30E1-403B-835C-32C2FE2C0384}" dt="2026-01-26T11:58:36.317" v="2375" actId="1076"/>
          <ac:spMkLst>
            <pc:docMk/>
            <pc:sldMk cId="2408524878" sldId="262"/>
            <ac:spMk id="3" creationId="{B95471F8-55B2-3E4C-9B73-C3DB1A893BE2}"/>
          </ac:spMkLst>
        </pc:spChg>
        <pc:spChg chg="mod">
          <ac:chgData name="Saket Jonwal" userId="e987aff2cc526e99" providerId="LiveId" clId="{E7F24A9B-30E1-403B-835C-32C2FE2C0384}" dt="2026-01-26T11:58:41.831" v="2376" actId="1076"/>
          <ac:spMkLst>
            <pc:docMk/>
            <pc:sldMk cId="2408524878" sldId="262"/>
            <ac:spMk id="4" creationId="{4BEEED14-BB8F-2B6E-573E-BB01F0454DD1}"/>
          </ac:spMkLst>
        </pc:spChg>
        <pc:picChg chg="add mod">
          <ac:chgData name="Saket Jonwal" userId="e987aff2cc526e99" providerId="LiveId" clId="{E7F24A9B-30E1-403B-835C-32C2FE2C0384}" dt="2026-01-26T11:58:44.782" v="2377" actId="1076"/>
          <ac:picMkLst>
            <pc:docMk/>
            <pc:sldMk cId="2408524878" sldId="262"/>
            <ac:picMk id="2050" creationId="{364D75EF-2CC9-7EEB-1DBE-EA0605B2651E}"/>
          </ac:picMkLst>
        </pc:picChg>
      </pc:sldChg>
      <pc:sldChg chg="addSp modSp mod">
        <pc:chgData name="Saket Jonwal" userId="e987aff2cc526e99" providerId="LiveId" clId="{E7F24A9B-30E1-403B-835C-32C2FE2C0384}" dt="2026-01-26T13:23:14.967" v="2756" actId="1076"/>
        <pc:sldMkLst>
          <pc:docMk/>
          <pc:sldMk cId="1546231482" sldId="264"/>
        </pc:sldMkLst>
        <pc:spChg chg="add mod">
          <ac:chgData name="Saket Jonwal" userId="e987aff2cc526e99" providerId="LiveId" clId="{E7F24A9B-30E1-403B-835C-32C2FE2C0384}" dt="2026-01-26T13:23:14.967" v="2756" actId="1076"/>
          <ac:spMkLst>
            <pc:docMk/>
            <pc:sldMk cId="1546231482" sldId="264"/>
            <ac:spMk id="6" creationId="{D7E86BF3-CABA-1347-0B5B-7ED130661C0F}"/>
          </ac:spMkLst>
        </pc:spChg>
      </pc:sldChg>
      <pc:sldChg chg="addSp modSp mod">
        <pc:chgData name="Saket Jonwal" userId="e987aff2cc526e99" providerId="LiveId" clId="{E7F24A9B-30E1-403B-835C-32C2FE2C0384}" dt="2026-01-26T13:24:39.222" v="2768" actId="20577"/>
        <pc:sldMkLst>
          <pc:docMk/>
          <pc:sldMk cId="1712439541" sldId="266"/>
        </pc:sldMkLst>
        <pc:spChg chg="add mod">
          <ac:chgData name="Saket Jonwal" userId="e987aff2cc526e99" providerId="LiveId" clId="{E7F24A9B-30E1-403B-835C-32C2FE2C0384}" dt="2026-01-26T13:24:39.222" v="2768" actId="20577"/>
          <ac:spMkLst>
            <pc:docMk/>
            <pc:sldMk cId="1712439541" sldId="266"/>
            <ac:spMk id="4" creationId="{1D6DD451-BCC0-C4B1-5FE7-1853C8A5FFD1}"/>
          </ac:spMkLst>
        </pc:spChg>
      </pc:sldChg>
      <pc:sldChg chg="addSp delSp modSp mod modClrScheme chgLayout">
        <pc:chgData name="Saket Jonwal" userId="e987aff2cc526e99" providerId="LiveId" clId="{E7F24A9B-30E1-403B-835C-32C2FE2C0384}" dt="2026-01-26T13:25:57.326" v="2773" actId="1076"/>
        <pc:sldMkLst>
          <pc:docMk/>
          <pc:sldMk cId="1531085815" sldId="267"/>
        </pc:sldMkLst>
        <pc:spChg chg="mod">
          <ac:chgData name="Saket Jonwal" userId="e987aff2cc526e99" providerId="LiveId" clId="{E7F24A9B-30E1-403B-835C-32C2FE2C0384}" dt="2026-01-25T13:02:27.931" v="441" actId="20577"/>
          <ac:spMkLst>
            <pc:docMk/>
            <pc:sldMk cId="1531085815" sldId="267"/>
            <ac:spMk id="2" creationId="{E5231938-A10D-6F95-6C9B-AD741371C85C}"/>
          </ac:spMkLst>
        </pc:spChg>
        <pc:spChg chg="add mod">
          <ac:chgData name="Saket Jonwal" userId="e987aff2cc526e99" providerId="LiveId" clId="{E7F24A9B-30E1-403B-835C-32C2FE2C0384}" dt="2026-01-26T13:25:57.326" v="2773" actId="1076"/>
          <ac:spMkLst>
            <pc:docMk/>
            <pc:sldMk cId="1531085815" sldId="267"/>
            <ac:spMk id="4" creationId="{CB99694C-7CD0-265D-FA86-D101BAA69606}"/>
          </ac:spMkLst>
        </pc:spChg>
        <pc:spChg chg="add del mod">
          <ac:chgData name="Saket Jonwal" userId="e987aff2cc526e99" providerId="LiveId" clId="{E7F24A9B-30E1-403B-835C-32C2FE2C0384}" dt="2026-01-25T12:55:05.396" v="222" actId="255"/>
          <ac:spMkLst>
            <pc:docMk/>
            <pc:sldMk cId="1531085815" sldId="267"/>
            <ac:spMk id="8" creationId="{64460D1F-67C8-5234-92D4-47218B1C6E94}"/>
          </ac:spMkLst>
        </pc:spChg>
        <pc:spChg chg="add mod">
          <ac:chgData name="Saket Jonwal" userId="e987aff2cc526e99" providerId="LiveId" clId="{E7F24A9B-30E1-403B-835C-32C2FE2C0384}" dt="2026-01-25T12:55:21.159" v="232" actId="255"/>
          <ac:spMkLst>
            <pc:docMk/>
            <pc:sldMk cId="1531085815" sldId="267"/>
            <ac:spMk id="10" creationId="{734F60E5-9D45-78AB-C313-549181EFE59A}"/>
          </ac:spMkLst>
        </pc:spChg>
        <pc:spChg chg="add mod">
          <ac:chgData name="Saket Jonwal" userId="e987aff2cc526e99" providerId="LiveId" clId="{E7F24A9B-30E1-403B-835C-32C2FE2C0384}" dt="2026-01-25T12:57:18.439" v="332" actId="1076"/>
          <ac:spMkLst>
            <pc:docMk/>
            <pc:sldMk cId="1531085815" sldId="267"/>
            <ac:spMk id="11" creationId="{785BC1E4-F931-74E2-0E24-39D697EBC78F}"/>
          </ac:spMkLst>
        </pc:spChg>
        <pc:spChg chg="add mod">
          <ac:chgData name="Saket Jonwal" userId="e987aff2cc526e99" providerId="LiveId" clId="{E7F24A9B-30E1-403B-835C-32C2FE2C0384}" dt="2026-01-25T12:59:52.172" v="424" actId="14100"/>
          <ac:spMkLst>
            <pc:docMk/>
            <pc:sldMk cId="1531085815" sldId="267"/>
            <ac:spMk id="12" creationId="{97D45BF4-3F24-92EB-D337-9E5A30CF02F6}"/>
          </ac:spMkLst>
        </pc:spChg>
        <pc:spChg chg="add mod">
          <ac:chgData name="Saket Jonwal" userId="e987aff2cc526e99" providerId="LiveId" clId="{E7F24A9B-30E1-403B-835C-32C2FE2C0384}" dt="2026-01-25T13:00:01.139" v="426" actId="14100"/>
          <ac:spMkLst>
            <pc:docMk/>
            <pc:sldMk cId="1531085815" sldId="267"/>
            <ac:spMk id="13" creationId="{F206AFA7-FA4A-7737-26D1-AA9E137F6D94}"/>
          </ac:spMkLst>
        </pc:spChg>
        <pc:picChg chg="add mod modCrop">
          <ac:chgData name="Saket Jonwal" userId="e987aff2cc526e99" providerId="LiveId" clId="{E7F24A9B-30E1-403B-835C-32C2FE2C0384}" dt="2026-01-25T12:48:54.080" v="97" actId="732"/>
          <ac:picMkLst>
            <pc:docMk/>
            <pc:sldMk cId="1531085815" sldId="267"/>
            <ac:picMk id="7" creationId="{2D370E5D-8672-E7D9-AA65-614283376C03}"/>
          </ac:picMkLst>
        </pc:picChg>
      </pc:sldChg>
      <pc:sldChg chg="addSp modSp mod">
        <pc:chgData name="Saket Jonwal" userId="e987aff2cc526e99" providerId="LiveId" clId="{E7F24A9B-30E1-403B-835C-32C2FE2C0384}" dt="2026-01-26T13:23:40.430" v="2762" actId="20577"/>
        <pc:sldMkLst>
          <pc:docMk/>
          <pc:sldMk cId="2688050293" sldId="269"/>
        </pc:sldMkLst>
        <pc:spChg chg="mod">
          <ac:chgData name="Saket Jonwal" userId="e987aff2cc526e99" providerId="LiveId" clId="{E7F24A9B-30E1-403B-835C-32C2FE2C0384}" dt="2026-01-25T12:30:26.082" v="0" actId="113"/>
          <ac:spMkLst>
            <pc:docMk/>
            <pc:sldMk cId="2688050293" sldId="269"/>
            <ac:spMk id="4" creationId="{7E05B424-7320-2160-02AC-E9CCFA60D25D}"/>
          </ac:spMkLst>
        </pc:spChg>
        <pc:spChg chg="add mod">
          <ac:chgData name="Saket Jonwal" userId="e987aff2cc526e99" providerId="LiveId" clId="{E7F24A9B-30E1-403B-835C-32C2FE2C0384}" dt="2026-01-26T13:23:40.430" v="2762" actId="20577"/>
          <ac:spMkLst>
            <pc:docMk/>
            <pc:sldMk cId="2688050293" sldId="269"/>
            <ac:spMk id="5" creationId="{B0ECF1AF-032E-5B0E-2AF7-345393C0FF5E}"/>
          </ac:spMkLst>
        </pc:spChg>
      </pc:sldChg>
      <pc:sldChg chg="modSp mod">
        <pc:chgData name="Saket Jonwal" userId="e987aff2cc526e99" providerId="LiveId" clId="{E7F24A9B-30E1-403B-835C-32C2FE2C0384}" dt="2026-01-27T09:50:20.882" v="2808" actId="20577"/>
        <pc:sldMkLst>
          <pc:docMk/>
          <pc:sldMk cId="3022292377" sldId="270"/>
        </pc:sldMkLst>
        <pc:spChg chg="mod">
          <ac:chgData name="Saket Jonwal" userId="e987aff2cc526e99" providerId="LiveId" clId="{E7F24A9B-30E1-403B-835C-32C2FE2C0384}" dt="2026-01-25T13:13:54.393" v="953" actId="207"/>
          <ac:spMkLst>
            <pc:docMk/>
            <pc:sldMk cId="3022292377" sldId="270"/>
            <ac:spMk id="2" creationId="{E0463D2A-48FF-31F2-9C42-B492214A6722}"/>
          </ac:spMkLst>
        </pc:spChg>
        <pc:spChg chg="mod">
          <ac:chgData name="Saket Jonwal" userId="e987aff2cc526e99" providerId="LiveId" clId="{E7F24A9B-30E1-403B-835C-32C2FE2C0384}" dt="2026-01-27T09:50:20.882" v="2808" actId="20577"/>
          <ac:spMkLst>
            <pc:docMk/>
            <pc:sldMk cId="3022292377" sldId="270"/>
            <ac:spMk id="3" creationId="{496F9C8A-AF1D-B47D-AAD8-7A1F5BB91686}"/>
          </ac:spMkLst>
        </pc:spChg>
      </pc:sldChg>
      <pc:sldChg chg="modSp new mod">
        <pc:chgData name="Saket Jonwal" userId="e987aff2cc526e99" providerId="LiveId" clId="{E7F24A9B-30E1-403B-835C-32C2FE2C0384}" dt="2026-01-25T13:09:38.401" v="891" actId="20577"/>
        <pc:sldMkLst>
          <pc:docMk/>
          <pc:sldMk cId="1732070640" sldId="271"/>
        </pc:sldMkLst>
        <pc:spChg chg="mod">
          <ac:chgData name="Saket Jonwal" userId="e987aff2cc526e99" providerId="LiveId" clId="{E7F24A9B-30E1-403B-835C-32C2FE2C0384}" dt="2026-01-25T13:09:38.401" v="891" actId="20577"/>
          <ac:spMkLst>
            <pc:docMk/>
            <pc:sldMk cId="1732070640" sldId="271"/>
            <ac:spMk id="2" creationId="{6CC5C8D7-8B39-4BCA-BD46-F317B84EC588}"/>
          </ac:spMkLst>
        </pc:spChg>
        <pc:spChg chg="mod">
          <ac:chgData name="Saket Jonwal" userId="e987aff2cc526e99" providerId="LiveId" clId="{E7F24A9B-30E1-403B-835C-32C2FE2C0384}" dt="2026-01-25T13:07:07.151" v="829" actId="1076"/>
          <ac:spMkLst>
            <pc:docMk/>
            <pc:sldMk cId="1732070640" sldId="271"/>
            <ac:spMk id="3" creationId="{0CE5E690-B716-D01C-3680-A0E513322477}"/>
          </ac:spMkLst>
        </pc:spChg>
      </pc:sldChg>
      <pc:sldChg chg="modSp new mod">
        <pc:chgData name="Saket Jonwal" userId="e987aff2cc526e99" providerId="LiveId" clId="{E7F24A9B-30E1-403B-835C-32C2FE2C0384}" dt="2026-01-26T10:18:32.088" v="1597" actId="20577"/>
        <pc:sldMkLst>
          <pc:docMk/>
          <pc:sldMk cId="3482142678" sldId="272"/>
        </pc:sldMkLst>
        <pc:spChg chg="mod">
          <ac:chgData name="Saket Jonwal" userId="e987aff2cc526e99" providerId="LiveId" clId="{E7F24A9B-30E1-403B-835C-32C2FE2C0384}" dt="2026-01-26T10:13:21.296" v="1480" actId="1076"/>
          <ac:spMkLst>
            <pc:docMk/>
            <pc:sldMk cId="3482142678" sldId="272"/>
            <ac:spMk id="2" creationId="{9B79FCF5-BBDB-C4AD-950F-0747AEDB084D}"/>
          </ac:spMkLst>
        </pc:spChg>
        <pc:spChg chg="mod">
          <ac:chgData name="Saket Jonwal" userId="e987aff2cc526e99" providerId="LiveId" clId="{E7F24A9B-30E1-403B-835C-32C2FE2C0384}" dt="2026-01-26T10:18:32.088" v="1597" actId="20577"/>
          <ac:spMkLst>
            <pc:docMk/>
            <pc:sldMk cId="3482142678" sldId="272"/>
            <ac:spMk id="3" creationId="{DC8FA192-CE90-325A-EADB-05D140893986}"/>
          </ac:spMkLst>
        </pc:spChg>
      </pc:sldChg>
      <pc:sldChg chg="addSp delSp modSp new mod">
        <pc:chgData name="Saket Jonwal" userId="e987aff2cc526e99" providerId="LiveId" clId="{E7F24A9B-30E1-403B-835C-32C2FE2C0384}" dt="2026-01-26T13:26:56.082" v="2778" actId="1076"/>
        <pc:sldMkLst>
          <pc:docMk/>
          <pc:sldMk cId="318316500" sldId="274"/>
        </pc:sldMkLst>
        <pc:spChg chg="add mod">
          <ac:chgData name="Saket Jonwal" userId="e987aff2cc526e99" providerId="LiveId" clId="{E7F24A9B-30E1-403B-835C-32C2FE2C0384}" dt="2026-01-26T13:26:56.082" v="2778" actId="1076"/>
          <ac:spMkLst>
            <pc:docMk/>
            <pc:sldMk cId="318316500" sldId="274"/>
            <ac:spMk id="11" creationId="{337E82D6-0229-B0B0-3690-28398FDC32BB}"/>
          </ac:spMkLst>
        </pc:spChg>
        <pc:picChg chg="add mod">
          <ac:chgData name="Saket Jonwal" userId="e987aff2cc526e99" providerId="LiveId" clId="{E7F24A9B-30E1-403B-835C-32C2FE2C0384}" dt="2026-01-26T10:23:49.646" v="1675" actId="1076"/>
          <ac:picMkLst>
            <pc:docMk/>
            <pc:sldMk cId="318316500" sldId="274"/>
            <ac:picMk id="9" creationId="{A90A1205-EE50-3A58-36AF-4FACB3ACD66E}"/>
          </ac:picMkLst>
        </pc:picChg>
      </pc:sldChg>
      <pc:sldChg chg="addSp delSp modSp new mod">
        <pc:chgData name="Saket Jonwal" userId="e987aff2cc526e99" providerId="LiveId" clId="{E7F24A9B-30E1-403B-835C-32C2FE2C0384}" dt="2026-01-27T09:53:36.280" v="2821" actId="20577"/>
        <pc:sldMkLst>
          <pc:docMk/>
          <pc:sldMk cId="1619020667" sldId="275"/>
        </pc:sldMkLst>
        <pc:spChg chg="mod">
          <ac:chgData name="Saket Jonwal" userId="e987aff2cc526e99" providerId="LiveId" clId="{E7F24A9B-30E1-403B-835C-32C2FE2C0384}" dt="2026-01-26T10:29:42.339" v="1688" actId="14100"/>
          <ac:spMkLst>
            <pc:docMk/>
            <pc:sldMk cId="1619020667" sldId="275"/>
            <ac:spMk id="3" creationId="{E014E7C0-DA6A-9ACB-F6AA-B26E87EF996E}"/>
          </ac:spMkLst>
        </pc:spChg>
        <pc:spChg chg="add mod">
          <ac:chgData name="Saket Jonwal" userId="e987aff2cc526e99" providerId="LiveId" clId="{E7F24A9B-30E1-403B-835C-32C2FE2C0384}" dt="2026-01-26T10:36:52.575" v="1803" actId="207"/>
          <ac:spMkLst>
            <pc:docMk/>
            <pc:sldMk cId="1619020667" sldId="275"/>
            <ac:spMk id="4" creationId="{90539525-D7DB-30EA-ADF3-6F33560071F2}"/>
          </ac:spMkLst>
        </pc:spChg>
        <pc:spChg chg="add mod">
          <ac:chgData name="Saket Jonwal" userId="e987aff2cc526e99" providerId="LiveId" clId="{E7F24A9B-30E1-403B-835C-32C2FE2C0384}" dt="2026-01-26T10:38:35.200" v="1814" actId="1076"/>
          <ac:spMkLst>
            <pc:docMk/>
            <pc:sldMk cId="1619020667" sldId="275"/>
            <ac:spMk id="6" creationId="{FF33B6C5-87A3-17B6-C571-AC53713269EE}"/>
          </ac:spMkLst>
        </pc:spChg>
        <pc:spChg chg="add mod">
          <ac:chgData name="Saket Jonwal" userId="e987aff2cc526e99" providerId="LiveId" clId="{E7F24A9B-30E1-403B-835C-32C2FE2C0384}" dt="2026-01-27T09:53:36.280" v="2821" actId="20577"/>
          <ac:spMkLst>
            <pc:docMk/>
            <pc:sldMk cId="1619020667" sldId="275"/>
            <ac:spMk id="7" creationId="{9C538E63-ABF8-9265-6481-C4ECD29CA30C}"/>
          </ac:spMkLst>
        </pc:spChg>
        <pc:picChg chg="add mod">
          <ac:chgData name="Saket Jonwal" userId="e987aff2cc526e99" providerId="LiveId" clId="{E7F24A9B-30E1-403B-835C-32C2FE2C0384}" dt="2026-01-27T09:52:48.031" v="2814" actId="1076"/>
          <ac:picMkLst>
            <pc:docMk/>
            <pc:sldMk cId="1619020667" sldId="275"/>
            <ac:picMk id="5" creationId="{AB34EF3C-94F0-D101-8482-E6FC6A69217E}"/>
          </ac:picMkLst>
        </pc:picChg>
        <pc:picChg chg="add mod">
          <ac:chgData name="Saket Jonwal" userId="e987aff2cc526e99" providerId="LiveId" clId="{E7F24A9B-30E1-403B-835C-32C2FE2C0384}" dt="2026-01-26T10:38:27.995" v="1813" actId="1076"/>
          <ac:picMkLst>
            <pc:docMk/>
            <pc:sldMk cId="1619020667" sldId="275"/>
            <ac:picMk id="8" creationId="{83B56ECF-A13E-013F-C3F3-3EDC37769936}"/>
          </ac:picMkLst>
        </pc:picChg>
      </pc:sldChg>
      <pc:sldChg chg="addSp delSp modSp new mod modClrScheme chgLayout">
        <pc:chgData name="Saket Jonwal" userId="e987aff2cc526e99" providerId="LiveId" clId="{E7F24A9B-30E1-403B-835C-32C2FE2C0384}" dt="2026-01-26T13:29:33.543" v="2791" actId="1076"/>
        <pc:sldMkLst>
          <pc:docMk/>
          <pc:sldMk cId="3001312416" sldId="276"/>
        </pc:sldMkLst>
        <pc:spChg chg="add del mod">
          <ac:chgData name="Saket Jonwal" userId="e987aff2cc526e99" providerId="LiveId" clId="{E7F24A9B-30E1-403B-835C-32C2FE2C0384}" dt="2026-01-26T10:52:24.478" v="2018" actId="1076"/>
          <ac:spMkLst>
            <pc:docMk/>
            <pc:sldMk cId="3001312416" sldId="276"/>
            <ac:spMk id="2" creationId="{51E119DC-9BF3-19B0-4FE6-04E4E90D1BFD}"/>
          </ac:spMkLst>
        </pc:spChg>
        <pc:spChg chg="mod">
          <ac:chgData name="Saket Jonwal" userId="e987aff2cc526e99" providerId="LiveId" clId="{E7F24A9B-30E1-403B-835C-32C2FE2C0384}" dt="2026-01-26T10:52:39.321" v="2022" actId="14100"/>
          <ac:spMkLst>
            <pc:docMk/>
            <pc:sldMk cId="3001312416" sldId="276"/>
            <ac:spMk id="3" creationId="{A81A8EF7-BF3E-12A4-9840-1700057FB867}"/>
          </ac:spMkLst>
        </pc:spChg>
        <pc:spChg chg="add mod">
          <ac:chgData name="Saket Jonwal" userId="e987aff2cc526e99" providerId="LiveId" clId="{E7F24A9B-30E1-403B-835C-32C2FE2C0384}" dt="2026-01-26T10:52:32.267" v="2020" actId="1076"/>
          <ac:spMkLst>
            <pc:docMk/>
            <pc:sldMk cId="3001312416" sldId="276"/>
            <ac:spMk id="4" creationId="{811FA1EE-AA96-D857-D46A-2EAE3FC8E4F3}"/>
          </ac:spMkLst>
        </pc:spChg>
        <pc:spChg chg="add mod">
          <ac:chgData name="Saket Jonwal" userId="e987aff2cc526e99" providerId="LiveId" clId="{E7F24A9B-30E1-403B-835C-32C2FE2C0384}" dt="2026-01-26T13:29:33.543" v="2791" actId="1076"/>
          <ac:spMkLst>
            <pc:docMk/>
            <pc:sldMk cId="3001312416" sldId="276"/>
            <ac:spMk id="13" creationId="{0A143DCA-0848-7FB1-9880-F6598F4984B5}"/>
          </ac:spMkLst>
        </pc:spChg>
        <pc:picChg chg="add del mod">
          <ac:chgData name="Saket Jonwal" userId="e987aff2cc526e99" providerId="LiveId" clId="{E7F24A9B-30E1-403B-835C-32C2FE2C0384}" dt="2026-01-26T10:52:43.293" v="2023" actId="1076"/>
          <ac:picMkLst>
            <pc:docMk/>
            <pc:sldMk cId="3001312416" sldId="276"/>
            <ac:picMk id="6" creationId="{B7ED65BD-180A-588D-AE49-6BAE3CD20408}"/>
          </ac:picMkLst>
        </pc:picChg>
      </pc:sldChg>
      <pc:sldChg chg="addSp delSp modSp new mod">
        <pc:chgData name="Saket Jonwal" userId="e987aff2cc526e99" providerId="LiveId" clId="{E7F24A9B-30E1-403B-835C-32C2FE2C0384}" dt="2026-01-26T11:04:10.015" v="2152" actId="20577"/>
        <pc:sldMkLst>
          <pc:docMk/>
          <pc:sldMk cId="3263921802" sldId="277"/>
        </pc:sldMkLst>
        <pc:spChg chg="mod">
          <ac:chgData name="Saket Jonwal" userId="e987aff2cc526e99" providerId="LiveId" clId="{E7F24A9B-30E1-403B-835C-32C2FE2C0384}" dt="2026-01-26T11:04:10.015" v="2152" actId="20577"/>
          <ac:spMkLst>
            <pc:docMk/>
            <pc:sldMk cId="3263921802" sldId="277"/>
            <ac:spMk id="3" creationId="{63D031DB-81A4-C19C-FE2D-DFBE0C30A430}"/>
          </ac:spMkLst>
        </pc:spChg>
        <pc:spChg chg="add mod">
          <ac:chgData name="Saket Jonwal" userId="e987aff2cc526e99" providerId="LiveId" clId="{E7F24A9B-30E1-403B-835C-32C2FE2C0384}" dt="2026-01-26T11:00:51.052" v="2059" actId="1076"/>
          <ac:spMkLst>
            <pc:docMk/>
            <pc:sldMk cId="3263921802" sldId="277"/>
            <ac:spMk id="4" creationId="{4EC9D99A-FB83-F88F-FC29-51B3CFDC2BF4}"/>
          </ac:spMkLst>
        </pc:spChg>
        <pc:spChg chg="add mod">
          <ac:chgData name="Saket Jonwal" userId="e987aff2cc526e99" providerId="LiveId" clId="{E7F24A9B-30E1-403B-835C-32C2FE2C0384}" dt="2026-01-26T11:02:21.671" v="2117" actId="20577"/>
          <ac:spMkLst>
            <pc:docMk/>
            <pc:sldMk cId="3263921802" sldId="277"/>
            <ac:spMk id="5" creationId="{8911C875-530D-6173-D65B-825048E5C115}"/>
          </ac:spMkLst>
        </pc:spChg>
      </pc:sldChg>
      <pc:sldChg chg="addSp modSp mod">
        <pc:chgData name="Saket Jonwal" userId="e987aff2cc526e99" providerId="LiveId" clId="{E7F24A9B-30E1-403B-835C-32C2FE2C0384}" dt="2026-01-26T12:20:39.385" v="2431" actId="255"/>
        <pc:sldMkLst>
          <pc:docMk/>
          <pc:sldMk cId="1428948572" sldId="278"/>
        </pc:sldMkLst>
        <pc:spChg chg="mod">
          <ac:chgData name="Saket Jonwal" userId="e987aff2cc526e99" providerId="LiveId" clId="{E7F24A9B-30E1-403B-835C-32C2FE2C0384}" dt="2026-01-26T12:20:39.385" v="2431" actId="255"/>
          <ac:spMkLst>
            <pc:docMk/>
            <pc:sldMk cId="1428948572" sldId="278"/>
            <ac:spMk id="2" creationId="{A42793B6-E4E7-2B6A-94C8-507D7E55442C}"/>
          </ac:spMkLst>
        </pc:spChg>
        <pc:spChg chg="mod">
          <ac:chgData name="Saket Jonwal" userId="e987aff2cc526e99" providerId="LiveId" clId="{E7F24A9B-30E1-403B-835C-32C2FE2C0384}" dt="2026-01-26T12:19:08.502" v="2417" actId="1076"/>
          <ac:spMkLst>
            <pc:docMk/>
            <pc:sldMk cId="1428948572" sldId="278"/>
            <ac:spMk id="3" creationId="{CB2B2416-FFA9-E57A-FE7B-8D344F0CB318}"/>
          </ac:spMkLst>
        </pc:spChg>
      </pc:sldChg>
      <pc:sldChg chg="addSp delSp modSp new mod">
        <pc:chgData name="Saket Jonwal" userId="e987aff2cc526e99" providerId="LiveId" clId="{E7F24A9B-30E1-403B-835C-32C2FE2C0384}" dt="2026-01-26T11:15:07.490" v="2315" actId="20577"/>
        <pc:sldMkLst>
          <pc:docMk/>
          <pc:sldMk cId="2396805497" sldId="279"/>
        </pc:sldMkLst>
        <pc:spChg chg="mod">
          <ac:chgData name="Saket Jonwal" userId="e987aff2cc526e99" providerId="LiveId" clId="{E7F24A9B-30E1-403B-835C-32C2FE2C0384}" dt="2026-01-26T11:15:07.490" v="2315" actId="20577"/>
          <ac:spMkLst>
            <pc:docMk/>
            <pc:sldMk cId="2396805497" sldId="279"/>
            <ac:spMk id="3" creationId="{AC7F9618-5642-5D53-C122-F0E341AB4A97}"/>
          </ac:spMkLst>
        </pc:spChg>
        <pc:spChg chg="add mod">
          <ac:chgData name="Saket Jonwal" userId="e987aff2cc526e99" providerId="LiveId" clId="{E7F24A9B-30E1-403B-835C-32C2FE2C0384}" dt="2026-01-26T11:12:54.994" v="2229" actId="1076"/>
          <ac:spMkLst>
            <pc:docMk/>
            <pc:sldMk cId="2396805497" sldId="279"/>
            <ac:spMk id="5" creationId="{602ED241-9BF6-A121-5557-DB59AAAA5CB8}"/>
          </ac:spMkLst>
        </pc:spChg>
        <pc:spChg chg="add mod">
          <ac:chgData name="Saket Jonwal" userId="e987aff2cc526e99" providerId="LiveId" clId="{E7F24A9B-30E1-403B-835C-32C2FE2C0384}" dt="2026-01-26T11:14:34.120" v="2282" actId="1076"/>
          <ac:spMkLst>
            <pc:docMk/>
            <pc:sldMk cId="2396805497" sldId="279"/>
            <ac:spMk id="6" creationId="{E7F77E87-F34F-3B76-0B9B-A3D6E0EB5F11}"/>
          </ac:spMkLst>
        </pc:spChg>
      </pc:sldChg>
      <pc:sldChg chg="modSp new mod">
        <pc:chgData name="Saket Jonwal" userId="e987aff2cc526e99" providerId="LiveId" clId="{E7F24A9B-30E1-403B-835C-32C2FE2C0384}" dt="2026-01-26T12:15:18.332" v="2389" actId="1076"/>
        <pc:sldMkLst>
          <pc:docMk/>
          <pc:sldMk cId="3478639528" sldId="280"/>
        </pc:sldMkLst>
        <pc:spChg chg="mod">
          <ac:chgData name="Saket Jonwal" userId="e987aff2cc526e99" providerId="LiveId" clId="{E7F24A9B-30E1-403B-835C-32C2FE2C0384}" dt="2026-01-26T12:15:18.332" v="2389" actId="1076"/>
          <ac:spMkLst>
            <pc:docMk/>
            <pc:sldMk cId="3478639528" sldId="280"/>
            <ac:spMk id="2" creationId="{7C7F9F4F-FBC4-7A81-9AE8-CB917BD18A7B}"/>
          </ac:spMkLst>
        </pc:spChg>
        <pc:spChg chg="mod">
          <ac:chgData name="Saket Jonwal" userId="e987aff2cc526e99" providerId="LiveId" clId="{E7F24A9B-30E1-403B-835C-32C2FE2C0384}" dt="2026-01-26T12:15:10.849" v="2387" actId="1076"/>
          <ac:spMkLst>
            <pc:docMk/>
            <pc:sldMk cId="3478639528" sldId="280"/>
            <ac:spMk id="3" creationId="{58F538FB-2C15-8F45-AC80-945899988209}"/>
          </ac:spMkLst>
        </pc:spChg>
        <pc:picChg chg="mod">
          <ac:chgData name="Saket Jonwal" userId="e987aff2cc526e99" providerId="LiveId" clId="{E7F24A9B-30E1-403B-835C-32C2FE2C0384}" dt="2026-01-26T12:15:13.324" v="2388" actId="1076"/>
          <ac:picMkLst>
            <pc:docMk/>
            <pc:sldMk cId="3478639528" sldId="280"/>
            <ac:picMk id="4" creationId="{0D3FDB35-89B3-8641-A157-A66E3E379DA8}"/>
          </ac:picMkLst>
        </pc:picChg>
      </pc:sldChg>
      <pc:sldChg chg="modSp new add del mod">
        <pc:chgData name="Saket Jonwal" userId="e987aff2cc526e99" providerId="LiveId" clId="{E7F24A9B-30E1-403B-835C-32C2FE2C0384}" dt="2026-01-27T09:58:04.633" v="2827" actId="20577"/>
        <pc:sldMkLst>
          <pc:docMk/>
          <pc:sldMk cId="922648128" sldId="281"/>
        </pc:sldMkLst>
        <pc:spChg chg="mod">
          <ac:chgData name="Saket Jonwal" userId="e987aff2cc526e99" providerId="LiveId" clId="{E7F24A9B-30E1-403B-835C-32C2FE2C0384}" dt="2026-01-26T11:18:44.307" v="2355" actId="1076"/>
          <ac:spMkLst>
            <pc:docMk/>
            <pc:sldMk cId="922648128" sldId="281"/>
            <ac:spMk id="2" creationId="{67ACE7C6-C1B5-C73C-D263-21AEE8AEDB8A}"/>
          </ac:spMkLst>
        </pc:spChg>
        <pc:spChg chg="mod">
          <ac:chgData name="Saket Jonwal" userId="e987aff2cc526e99" providerId="LiveId" clId="{E7F24A9B-30E1-403B-835C-32C2FE2C0384}" dt="2026-01-27T09:58:04.633" v="2827" actId="20577"/>
          <ac:spMkLst>
            <pc:docMk/>
            <pc:sldMk cId="922648128" sldId="281"/>
            <ac:spMk id="3" creationId="{6F475714-06DF-3F40-C95B-36EC6D745B38}"/>
          </ac:spMkLst>
        </pc:spChg>
      </pc:sldChg>
      <pc:sldChg chg="delSp modSp mod">
        <pc:chgData name="Saket Jonwal" userId="e987aff2cc526e99" providerId="LiveId" clId="{E7F24A9B-30E1-403B-835C-32C2FE2C0384}" dt="2026-01-26T12:42:37.695" v="2480" actId="20577"/>
        <pc:sldMkLst>
          <pc:docMk/>
          <pc:sldMk cId="3426540751" sldId="282"/>
        </pc:sldMkLst>
        <pc:spChg chg="mod">
          <ac:chgData name="Saket Jonwal" userId="e987aff2cc526e99" providerId="LiveId" clId="{E7F24A9B-30E1-403B-835C-32C2FE2C0384}" dt="2026-01-26T12:42:37.695" v="2480" actId="20577"/>
          <ac:spMkLst>
            <pc:docMk/>
            <pc:sldMk cId="3426540751" sldId="282"/>
            <ac:spMk id="3" creationId="{B24A90E2-08A7-1B31-7207-2F5E801C062A}"/>
          </ac:spMkLst>
        </pc:spChg>
      </pc:sldChg>
      <pc:sldChg chg="delSp modSp new mod">
        <pc:chgData name="Saket Jonwal" userId="e987aff2cc526e99" providerId="LiveId" clId="{E7F24A9B-30E1-403B-835C-32C2FE2C0384}" dt="2026-01-26T12:26:08.456" v="2469" actId="20577"/>
        <pc:sldMkLst>
          <pc:docMk/>
          <pc:sldMk cId="1093110595" sldId="283"/>
        </pc:sldMkLst>
        <pc:spChg chg="mod">
          <ac:chgData name="Saket Jonwal" userId="e987aff2cc526e99" providerId="LiveId" clId="{E7F24A9B-30E1-403B-835C-32C2FE2C0384}" dt="2026-01-26T12:26:08.456" v="2469" actId="20577"/>
          <ac:spMkLst>
            <pc:docMk/>
            <pc:sldMk cId="1093110595" sldId="283"/>
            <ac:spMk id="3" creationId="{6744188D-4720-B595-5CEF-60C7C0A5634E}"/>
          </ac:spMkLst>
        </pc:spChg>
      </pc:sldChg>
      <pc:sldChg chg="modSp new mod">
        <pc:chgData name="Saket Jonwal" userId="e987aff2cc526e99" providerId="LiveId" clId="{E7F24A9B-30E1-403B-835C-32C2FE2C0384}" dt="2026-02-13T17:06:44.386" v="2836" actId="20577"/>
        <pc:sldMkLst>
          <pc:docMk/>
          <pc:sldMk cId="2366283555" sldId="284"/>
        </pc:sldMkLst>
        <pc:spChg chg="mod">
          <ac:chgData name="Saket Jonwal" userId="e987aff2cc526e99" providerId="LiveId" clId="{E7F24A9B-30E1-403B-835C-32C2FE2C0384}" dt="2026-01-26T12:51:19.605" v="2632" actId="1076"/>
          <ac:spMkLst>
            <pc:docMk/>
            <pc:sldMk cId="2366283555" sldId="284"/>
            <ac:spMk id="2" creationId="{6A9C6A05-093E-A726-FD4D-8630A0F38781}"/>
          </ac:spMkLst>
        </pc:spChg>
        <pc:spChg chg="mod">
          <ac:chgData name="Saket Jonwal" userId="e987aff2cc526e99" providerId="LiveId" clId="{E7F24A9B-30E1-403B-835C-32C2FE2C0384}" dt="2026-02-13T17:06:44.386" v="2836" actId="20577"/>
          <ac:spMkLst>
            <pc:docMk/>
            <pc:sldMk cId="2366283555" sldId="284"/>
            <ac:spMk id="3" creationId="{9F42BEB4-C4C4-424E-B617-49BA28527A02}"/>
          </ac:spMkLst>
        </pc:spChg>
      </pc:sldChg>
      <pc:sldChg chg="new">
        <pc:chgData name="Saket Jonwal" userId="e987aff2cc526e99" providerId="LiveId" clId="{E7F24A9B-30E1-403B-835C-32C2FE2C0384}" dt="2026-01-26T12:27:15.774" v="2474" actId="680"/>
        <pc:sldMkLst>
          <pc:docMk/>
          <pc:sldMk cId="1388114605" sldId="285"/>
        </pc:sldMkLst>
      </pc:sldChg>
      <pc:sldChg chg="addSp delSp modSp new mod">
        <pc:chgData name="Saket Jonwal" userId="e987aff2cc526e99" providerId="LiveId" clId="{E7F24A9B-30E1-403B-835C-32C2FE2C0384}" dt="2026-01-26T12:53:20.920" v="2634" actId="12"/>
        <pc:sldMkLst>
          <pc:docMk/>
          <pc:sldMk cId="3753836463" sldId="286"/>
        </pc:sldMkLst>
        <pc:spChg chg="mod">
          <ac:chgData name="Saket Jonwal" userId="e987aff2cc526e99" providerId="LiveId" clId="{E7F24A9B-30E1-403B-835C-32C2FE2C0384}" dt="2026-01-26T12:50:20.689" v="2627" actId="20577"/>
          <ac:spMkLst>
            <pc:docMk/>
            <pc:sldMk cId="3753836463" sldId="286"/>
            <ac:spMk id="3" creationId="{D0958BB2-CC87-7D98-0027-802EE5210963}"/>
          </ac:spMkLst>
        </pc:spChg>
        <pc:spChg chg="mod">
          <ac:chgData name="Saket Jonwal" userId="e987aff2cc526e99" providerId="LiveId" clId="{E7F24A9B-30E1-403B-835C-32C2FE2C0384}" dt="2026-01-26T12:50:10.089" v="2623" actId="20577"/>
          <ac:spMkLst>
            <pc:docMk/>
            <pc:sldMk cId="3753836463" sldId="286"/>
            <ac:spMk id="4" creationId="{B02E0115-AC31-1FDF-7F74-1D2C2C973911}"/>
          </ac:spMkLst>
        </pc:spChg>
        <pc:spChg chg="add mod">
          <ac:chgData name="Saket Jonwal" userId="e987aff2cc526e99" providerId="LiveId" clId="{E7F24A9B-30E1-403B-835C-32C2FE2C0384}" dt="2026-01-26T12:53:20.920" v="2634" actId="12"/>
          <ac:spMkLst>
            <pc:docMk/>
            <pc:sldMk cId="3753836463" sldId="286"/>
            <ac:spMk id="5" creationId="{7BE31902-F659-8CA6-D0B2-938FFB0610FC}"/>
          </ac:spMkLst>
        </pc:spChg>
      </pc:sldChg>
      <pc:sldChg chg="addSp delSp modSp mod">
        <pc:chgData name="Saket Jonwal" userId="e987aff2cc526e99" providerId="LiveId" clId="{E7F24A9B-30E1-403B-835C-32C2FE2C0384}" dt="2026-01-26T13:36:32.205" v="2800" actId="1076"/>
        <pc:sldMkLst>
          <pc:docMk/>
          <pc:sldMk cId="2037244128" sldId="289"/>
        </pc:sldMkLst>
        <pc:picChg chg="add mod modCrop">
          <ac:chgData name="Saket Jonwal" userId="e987aff2cc526e99" providerId="LiveId" clId="{E7F24A9B-30E1-403B-835C-32C2FE2C0384}" dt="2026-01-26T13:36:32.205" v="2800" actId="1076"/>
          <ac:picMkLst>
            <pc:docMk/>
            <pc:sldMk cId="2037244128" sldId="289"/>
            <ac:picMk id="6" creationId="{DE630F78-8CE6-BE8F-C9C9-AD63C5F2890A}"/>
          </ac:picMkLst>
        </pc:picChg>
      </pc:sldChg>
      <pc:sldChg chg="del">
        <pc:chgData name="Saket Jonwal" userId="e987aff2cc526e99" providerId="LiveId" clId="{E7F24A9B-30E1-403B-835C-32C2FE2C0384}" dt="2026-02-13T17:16:45.841" v="2837" actId="47"/>
        <pc:sldMkLst>
          <pc:docMk/>
          <pc:sldMk cId="2118619634" sldId="290"/>
        </pc:sldMkLst>
      </pc:sldChg>
    </pc:docChg>
  </pc:docChgLst>
  <pc:docChgLst>
    <pc:chgData name="Guest User" providerId="Windows Live" clId="Web-{742EE489-1AFA-0A76-124C-4B81C2C35E1F}"/>
    <pc:docChg chg="addSld modSld">
      <pc:chgData name="Guest User" userId="" providerId="Windows Live" clId="Web-{742EE489-1AFA-0A76-124C-4B81C2C35E1F}" dt="2026-01-25T11:54:24.179" v="189" actId="20577"/>
      <pc:docMkLst>
        <pc:docMk/>
      </pc:docMkLst>
      <pc:sldChg chg="addSp delSp modSp">
        <pc:chgData name="Guest User" userId="" providerId="Windows Live" clId="Web-{742EE489-1AFA-0A76-124C-4B81C2C35E1F}" dt="2026-01-25T11:46:50.343" v="81" actId="20577"/>
        <pc:sldMkLst>
          <pc:docMk/>
          <pc:sldMk cId="2688050293" sldId="269"/>
        </pc:sldMkLst>
        <pc:spChg chg="add mod">
          <ac:chgData name="Guest User" userId="" providerId="Windows Live" clId="Web-{742EE489-1AFA-0A76-124C-4B81C2C35E1F}" dt="2026-01-25T11:46:50.343" v="81" actId="20577"/>
          <ac:spMkLst>
            <pc:docMk/>
            <pc:sldMk cId="2688050293" sldId="269"/>
            <ac:spMk id="4" creationId="{7E05B424-7320-2160-02AC-E9CCFA60D25D}"/>
          </ac:spMkLst>
        </pc:spChg>
        <pc:picChg chg="mod">
          <ac:chgData name="Guest User" userId="" providerId="Windows Live" clId="Web-{742EE489-1AFA-0A76-124C-4B81C2C35E1F}" dt="2026-01-25T11:43:15.693" v="53" actId="1076"/>
          <ac:picMkLst>
            <pc:docMk/>
            <pc:sldMk cId="2688050293" sldId="269"/>
            <ac:picMk id="1026" creationId="{CEB8D3F3-95AA-9812-29D0-4EBF295504C2}"/>
          </ac:picMkLst>
        </pc:picChg>
      </pc:sldChg>
      <pc:sldChg chg="modSp new">
        <pc:chgData name="Guest User" userId="" providerId="Windows Live" clId="Web-{742EE489-1AFA-0A76-124C-4B81C2C35E1F}" dt="2026-01-25T11:54:24.179" v="189" actId="20577"/>
        <pc:sldMkLst>
          <pc:docMk/>
          <pc:sldMk cId="3022292377" sldId="270"/>
        </pc:sldMkLst>
        <pc:spChg chg="mod">
          <ac:chgData name="Guest User" userId="" providerId="Windows Live" clId="Web-{742EE489-1AFA-0A76-124C-4B81C2C35E1F}" dt="2026-01-25T11:48:37.205" v="110" actId="20577"/>
          <ac:spMkLst>
            <pc:docMk/>
            <pc:sldMk cId="3022292377" sldId="270"/>
            <ac:spMk id="2" creationId="{E0463D2A-48FF-31F2-9C42-B492214A6722}"/>
          </ac:spMkLst>
        </pc:spChg>
        <pc:spChg chg="mod">
          <ac:chgData name="Guest User" userId="" providerId="Windows Live" clId="Web-{742EE489-1AFA-0A76-124C-4B81C2C35E1F}" dt="2026-01-25T11:54:24.179" v="189" actId="20577"/>
          <ac:spMkLst>
            <pc:docMk/>
            <pc:sldMk cId="3022292377" sldId="270"/>
            <ac:spMk id="3" creationId="{496F9C8A-AF1D-B47D-AAD8-7A1F5BB9168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F292-F462-4681-87EF-DD5F02D02380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E06-FD51-43BE-9547-2F3E8B040E1E}" type="datetime1">
              <a:rPr lang="en-US" smtClean="0"/>
              <a:t>2/13/2026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22B3D-1F0E-4A13-9D30-0B1A2DCA8260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FC66-5932-427A-8871-AC1A9B7B779E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1BF4D-EBD9-4701-972A-9228A13A424B}" type="datetime1">
              <a:rPr lang="en-US" smtClean="0"/>
              <a:t>2/13/2026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5325A7-DF76-41B2-97F4-D32A53DB4AF3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9261-503D-4C62-96B8-906E06DFDDF9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3132-8AE6-4F0F-800F-87FA6376DE25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7485EE32-DA24-4626-99B4-B140E4A53503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pid-based_nanoparticl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pid-based_nanoparticl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tx.com/resources/reviews/lnp-synthesis-overview-of-the-manufacturing-method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yatt.com/solutions/lnp-formulation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tx.com/resources/reviews/lnp-synthesis-overview-of-the-manufacturing-method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Schematic-representation-of-the-high-pressure-homogenization-process-11_fig5_258392503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tx.com/resources/reviews/mastering-thin-film-hydration-method-for-liposome-and-lipid-nanoparticle-formulation/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pid-based_nanoparticle" TargetMode="External"/><Relationship Id="rId2" Type="http://schemas.openxmlformats.org/officeDocument/2006/relationships/hyperlink" Target="https://insidetx.com/resources/reviews/lnp-synthesis-overview-of-the-manufacturing-metho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0AyL6bArZ2kjxkyHl5krHhYheAy40hMO?usp=drive_link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471F8-55B2-3E4C-9B73-C3DB1A893BE2}"/>
              </a:ext>
            </a:extLst>
          </p:cNvPr>
          <p:cNvSpPr txBox="1"/>
          <p:nvPr/>
        </p:nvSpPr>
        <p:spPr>
          <a:xfrm>
            <a:off x="1382268" y="1905506"/>
            <a:ext cx="10232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LNP Manufacturing and Process     </a:t>
            </a:r>
          </a:p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Simulation</a:t>
            </a:r>
            <a:endParaRPr lang="en-IN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EED14-BB8F-2B6E-573E-BB01F0454DD1}"/>
              </a:ext>
            </a:extLst>
          </p:cNvPr>
          <p:cNvSpPr txBox="1"/>
          <p:nvPr/>
        </p:nvSpPr>
        <p:spPr>
          <a:xfrm>
            <a:off x="4975860" y="1720840"/>
            <a:ext cx="596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 299 presentation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E313D-7B1D-B6B4-4094-4008CCCEEF2A}"/>
              </a:ext>
            </a:extLst>
          </p:cNvPr>
          <p:cNvSpPr txBox="1"/>
          <p:nvPr/>
        </p:nvSpPr>
        <p:spPr>
          <a:xfrm>
            <a:off x="7763256" y="4169664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Kaustubh S. Rane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Chemical Engineering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38E97-A9BD-C4C8-D872-0F9A95D67111}"/>
              </a:ext>
            </a:extLst>
          </p:cNvPr>
          <p:cNvSpPr txBox="1"/>
          <p:nvPr/>
        </p:nvSpPr>
        <p:spPr>
          <a:xfrm>
            <a:off x="758952" y="4169664"/>
            <a:ext cx="3849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Soni 24110296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Aman Bola 24110032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Saket Jonwal 24110311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64D75EF-2CC9-7EEB-1DBE-EA0605B2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357" y="262935"/>
            <a:ext cx="1388102" cy="138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0C140A-20AD-69BF-589F-D2CDF172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2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3C03-65D7-0DD0-3E6B-0B988919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475488"/>
            <a:ext cx="9601200" cy="1142385"/>
          </a:xfrm>
        </p:spPr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198C0-8E48-E42C-7EDD-8E64F77B4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072" y="2081784"/>
            <a:ext cx="9601200" cy="3809999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Rapid success of mRNA vaccines. (Eg: Pfizer-BioNTech and Moderna).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Directly injected mRNA would be rapidly degraded by enzymes in the body before it can reach and enter cells.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LNPs are the industry-standard delivery system for mRNA.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challenges: scalability, reproducibility and controllable manufacturing of LNPs.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Commercial manufacturing requires tight control on size and uniformity.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BD7A7-439B-ECF2-A0C8-4F8866D7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4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41BE-5027-4B72-B0AF-B63D7FF7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 anchor="b"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Lipid Nanoparticles (LNPs)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9E3B2-05D1-973F-E924-1D93DE1A6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Tiny, spherical particles made of lipids.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Small size - (10nm - 100nm).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vaccines.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They encapsulate and protect fragile molecules like mRNA to reach and enter in cells efficiently.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Human cell membranes are also made up of lipids so body is already familiar with LNPs.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A6437-1B0D-E6B3-2E4D-23953AD09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875" y="1807463"/>
            <a:ext cx="3144618" cy="381000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DD2AE-0FCF-F624-8B97-2605629F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86BF3-CABA-1347-0B5B-7ED130661C0F}"/>
              </a:ext>
            </a:extLst>
          </p:cNvPr>
          <p:cNvSpPr txBox="1"/>
          <p:nvPr/>
        </p:nvSpPr>
        <p:spPr>
          <a:xfrm>
            <a:off x="1171956" y="6160270"/>
            <a:ext cx="984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https://en.wikipedia.org/wiki/Lipid-based_nanoparticle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3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B3E1-4FDC-21CA-3D73-3AEE7C280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375837"/>
            <a:ext cx="9601200" cy="1142385"/>
          </a:xfrm>
        </p:spPr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Before LNPs </a:t>
            </a: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Liposomes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B8D3F3-95AA-9812-29D0-4EBF295504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770" y="1554547"/>
            <a:ext cx="4359321" cy="374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05B424-7320-2160-02AC-E9CCFA60D25D}"/>
              </a:ext>
            </a:extLst>
          </p:cNvPr>
          <p:cNvSpPr txBox="1"/>
          <p:nvPr/>
        </p:nvSpPr>
        <p:spPr>
          <a:xfrm>
            <a:off x="394750" y="1551335"/>
            <a:ext cx="7162866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+mn-lt"/>
                <a:cs typeface="+mn-lt"/>
              </a:rPr>
              <a:t>Liposomes are spherical vesicles composed of one or more phospholipid bilayers enclosing an aqueous core.</a:t>
            </a:r>
          </a:p>
          <a:p>
            <a:endParaRPr lang="en-US" sz="2000">
              <a:latin typeface="Times New Roman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+mn-lt"/>
              </a:rPr>
              <a:t>Liposomes were the first clinically successful lipid-based nanocarriers.</a:t>
            </a:r>
            <a:endParaRPr lang="en-US" sz="2000">
              <a:latin typeface="Times New Roman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+mn-lt"/>
              </a:rPr>
              <a:t>Widely used for small molecules, proteins, and early nucleic acid delivery.</a:t>
            </a:r>
            <a:endParaRPr lang="en-US" sz="2000">
              <a:latin typeface="Times New Roman"/>
              <a:cs typeface="Arial"/>
            </a:endParaRPr>
          </a:p>
          <a:p>
            <a:pPr>
              <a:buFont typeface="Arial"/>
              <a:buChar char="•"/>
            </a:pPr>
            <a:endParaRPr lang="en-US" sz="2000">
              <a:latin typeface="Times New Roman"/>
              <a:ea typeface="+mn-lt"/>
              <a:cs typeface="+mn-lt"/>
            </a:endParaRPr>
          </a:p>
          <a:p>
            <a:r>
              <a:rPr lang="en-US" sz="2000" b="1">
                <a:latin typeface="Times New Roman"/>
                <a:ea typeface="+mn-lt"/>
                <a:cs typeface="+mn-lt"/>
              </a:rPr>
              <a:t>Why liposomes were originally used for nucleic acids :-</a:t>
            </a:r>
            <a:endParaRPr lang="en-US" sz="2000" b="1">
              <a:latin typeface="Times New Roman"/>
              <a:cs typeface="Arial"/>
            </a:endParaRPr>
          </a:p>
          <a:p>
            <a:endParaRPr lang="en-US" sz="2000" b="1">
              <a:latin typeface="Times New Roman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+mn-lt"/>
              </a:rPr>
              <a:t>Phospholipid bilayers are biocompatible</a:t>
            </a:r>
            <a:endParaRPr lang="en-US" sz="2000">
              <a:latin typeface="Times New Roman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+mn-lt"/>
              </a:rPr>
              <a:t>Can encapsulate hydrophilic cargo (DNA/RNA) in aqueous core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+mn-lt"/>
              </a:rPr>
              <a:t>Protect cargo from enzymatic degradation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000" b="1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Times New Roman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4DBDD-2CAD-738B-78C1-C32E24B6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CF1AF-032E-5B0E-2AF7-345393C0FF5E}"/>
              </a:ext>
            </a:extLst>
          </p:cNvPr>
          <p:cNvSpPr txBox="1"/>
          <p:nvPr/>
        </p:nvSpPr>
        <p:spPr>
          <a:xfrm>
            <a:off x="813816" y="6289679"/>
            <a:ext cx="667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https://en.wikipedia.org/wiki/Lipid-based_nanoparticle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05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3D2A-48FF-31F2-9C42-B492214A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151182"/>
            <a:ext cx="9845040" cy="114238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C00000"/>
                </a:solidFill>
                <a:latin typeface="Times New Roman"/>
                <a:cs typeface="Arial"/>
              </a:rPr>
              <a:t>Disadvantages of liposomes for mRNA delivery</a:t>
            </a:r>
            <a:endParaRPr lang="en-US" sz="3600">
              <a:solidFill>
                <a:srgbClr val="C00000"/>
              </a:solidFill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F9C8A-AF1D-B47D-AAD8-7A1F5BB9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572769"/>
            <a:ext cx="9601200" cy="43434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200">
                <a:latin typeface="Times New Roman"/>
                <a:ea typeface="+mn-lt"/>
                <a:cs typeface="+mn-lt"/>
              </a:rPr>
              <a:t>Low mRNA encapsulation efficiency because liposomes rely on passive loading and lack strong electrostatic interaction with nucleic acids. </a:t>
            </a:r>
            <a:endParaRPr lang="en-US" sz="2200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US" sz="2200">
                <a:latin typeface="Times New Roman"/>
                <a:ea typeface="+mn-lt"/>
                <a:cs typeface="+mn-lt"/>
              </a:rPr>
              <a:t>Poor endosomal escape, resulting in degradation of mRNA before it reaches the cell. </a:t>
            </a:r>
            <a:endParaRPr lang="en-US" sz="2200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sz="2200">
                <a:latin typeface="Times New Roman"/>
                <a:ea typeface="+mn-lt"/>
                <a:cs typeface="+mn-lt"/>
              </a:rPr>
              <a:t>Limited scalability.</a:t>
            </a:r>
            <a:endParaRPr lang="en-US" sz="2200">
              <a:latin typeface="Times New Roman"/>
              <a:cs typeface="Times New Roman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sz="2200" b="1">
                <a:latin typeface="Times New Roman"/>
                <a:ea typeface="+mn-lt"/>
                <a:cs typeface="+mn-lt"/>
              </a:rPr>
              <a:t>Why the field shifted from Liposomes to LNPs?</a:t>
            </a:r>
            <a:endParaRPr lang="en-US" sz="2200" b="1">
              <a:latin typeface="Times New Roman"/>
              <a:cs typeface="Arial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 sz="2200">
                <a:latin typeface="Times New Roman"/>
                <a:ea typeface="+mn-lt"/>
                <a:cs typeface="+mn-lt"/>
              </a:rPr>
              <a:t>Very high mRNA encapsulation efficiency (&gt;90%) due to electrostatic complexation between ionizable lipids and negatively charged mRNA. </a:t>
            </a:r>
            <a:endParaRPr lang="en-US" sz="2200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 sz="2200">
                <a:latin typeface="Times New Roman"/>
                <a:ea typeface="+mn-lt"/>
                <a:cs typeface="+mn-lt"/>
              </a:rPr>
              <a:t>Efficient endosomal escape enabled by ionizable lipids that become protonated at low pH and disrupt the endosomal membrane. </a:t>
            </a:r>
            <a:endParaRPr lang="en-US" sz="2200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 sz="2200">
                <a:latin typeface="Times New Roman"/>
                <a:ea typeface="+mn-lt"/>
                <a:cs typeface="+mn-lt"/>
              </a:rPr>
              <a:t>Excellent scalability and reproducibility through continuous manufacturing methods (ethanol injection, microfluidics, jet/impingement mixing) with tight control of CQAs. </a:t>
            </a:r>
            <a:endParaRPr lang="en-US" sz="22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342900" indent="-342900">
              <a:buClr>
                <a:srgbClr val="A43F27"/>
              </a:buClr>
            </a:pPr>
            <a:endParaRPr lang="en-US">
              <a:cs typeface="Arial"/>
            </a:endParaRPr>
          </a:p>
          <a:p>
            <a:pPr marL="342900" indent="-342900">
              <a:buClr>
                <a:srgbClr val="A43F27"/>
              </a:buClr>
            </a:pPr>
            <a:endParaRPr lang="en-US" b="1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5A7AD-B2E4-C4E6-DC49-4117B45B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9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6DED-9ADC-1F63-450B-3E06D38A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95" y="585216"/>
            <a:ext cx="9601200" cy="1142385"/>
          </a:xfrm>
        </p:spPr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LNPs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BCFF48-556B-834D-4954-C37ED897F8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366817" y="1971152"/>
            <a:ext cx="4577292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00ACC8-1AE9-E486-C5E9-AFA1745BDCD7}"/>
              </a:ext>
            </a:extLst>
          </p:cNvPr>
          <p:cNvSpPr txBox="1"/>
          <p:nvPr/>
        </p:nvSpPr>
        <p:spPr>
          <a:xfrm>
            <a:off x="622795" y="2291102"/>
            <a:ext cx="621691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Ionizable lipid: binds RNA and enables endosomal escape.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Phospholipid: provides structural stability.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Cholesterol: improve membrane rigidity and integrity.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PEG-lipid: prevents aggregation and improves circulation time.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E2A28A-A142-F4BF-0942-064F8F03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DD451-BCC0-C4B1-5FE7-1853C8A5FFD1}"/>
              </a:ext>
            </a:extLst>
          </p:cNvPr>
          <p:cNvSpPr txBox="1"/>
          <p:nvPr/>
        </p:nvSpPr>
        <p:spPr>
          <a:xfrm>
            <a:off x="841247" y="6289679"/>
            <a:ext cx="9824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https://insidetx.com/resources/reviews/lnp-synthesis-overview-of-the-manufacturing-methods/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43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095B-AD9F-418B-B3BD-EC575E50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532183"/>
            <a:ext cx="9601200" cy="1142385"/>
          </a:xfrm>
        </p:spPr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Role of Ionizable lipids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1B1D-0321-E293-DE0C-1F14618D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1944625"/>
            <a:ext cx="9601200" cy="3809999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Ionizable lipids are neutral at physiological pH of blood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Low toxicity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They are positively charged at acidic pH inside cells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RNA release inside cells</a:t>
            </a:r>
            <a:r>
              <a:rPr lang="en-IN">
                <a:sym typeface="Wingdings" panose="05000000000000000000" pitchFamily="2" charset="2"/>
              </a:rPr>
              <a:t>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3656F-1B6E-C5CD-167E-D05127DB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2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1938-A10D-6F95-6C9B-AD741371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928" y="297487"/>
            <a:ext cx="9601200" cy="1142385"/>
          </a:xfrm>
        </p:spPr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LNP Formulation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70E5D-8672-E7D9-AA65-614283376C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331"/>
          <a:stretch>
            <a:fillRect/>
          </a:stretch>
        </p:blipFill>
        <p:spPr>
          <a:xfrm>
            <a:off x="182880" y="1880616"/>
            <a:ext cx="11804904" cy="21884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460D1F-67C8-5234-92D4-47218B1C6E94}"/>
              </a:ext>
            </a:extLst>
          </p:cNvPr>
          <p:cNvSpPr/>
          <p:nvPr/>
        </p:nvSpPr>
        <p:spPr>
          <a:xfrm>
            <a:off x="420624" y="4069080"/>
            <a:ext cx="1325880" cy="1993392"/>
          </a:xfrm>
          <a:prstGeom prst="round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Organic phase:</a:t>
            </a:r>
          </a:p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Lipids dissolved in ethanol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(3 parts)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4F60E5-9D45-78AB-C313-549181EFE59A}"/>
              </a:ext>
            </a:extLst>
          </p:cNvPr>
          <p:cNvSpPr/>
          <p:nvPr/>
        </p:nvSpPr>
        <p:spPr>
          <a:xfrm>
            <a:off x="2496312" y="4069080"/>
            <a:ext cx="1325880" cy="199339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Aqueous phase:</a:t>
            </a:r>
          </a:p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mRNA in buffer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(1 part)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5BC1E4-F931-74E2-0E24-39D697EBC78F}"/>
              </a:ext>
            </a:extLst>
          </p:cNvPr>
          <p:cNvSpPr/>
          <p:nvPr/>
        </p:nvSpPr>
        <p:spPr>
          <a:xfrm>
            <a:off x="4503420" y="4069080"/>
            <a:ext cx="1325880" cy="19933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Mixing</a:t>
            </a:r>
          </a:p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Organic and aqueous in 3:1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D45BF4-3F24-92EB-D337-9E5A30CF02F6}"/>
              </a:ext>
            </a:extLst>
          </p:cNvPr>
          <p:cNvSpPr/>
          <p:nvPr/>
        </p:nvSpPr>
        <p:spPr>
          <a:xfrm>
            <a:off x="6583680" y="4069080"/>
            <a:ext cx="2532888" cy="19202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Dilute, buffer exchange and concentrate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06AFA7-FA4A-7737-26D1-AA9E137F6D94}"/>
              </a:ext>
            </a:extLst>
          </p:cNvPr>
          <p:cNvSpPr/>
          <p:nvPr/>
        </p:nvSpPr>
        <p:spPr>
          <a:xfrm>
            <a:off x="9976104" y="4069080"/>
            <a:ext cx="1536192" cy="19202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Size extrusion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34DBC2-76A8-9C72-A917-86DC9320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9694C-7CD0-265D-FA86-D101BAA69606}"/>
              </a:ext>
            </a:extLst>
          </p:cNvPr>
          <p:cNvSpPr txBox="1"/>
          <p:nvPr/>
        </p:nvSpPr>
        <p:spPr>
          <a:xfrm>
            <a:off x="764689" y="6251710"/>
            <a:ext cx="997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https://www.wyatt.com/solutions/lnp-formulation.html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08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C8D7-8B39-4BCA-BD46-F317B84E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95607"/>
            <a:ext cx="9601200" cy="1142385"/>
          </a:xfrm>
        </p:spPr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LNP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5E690-B716-D01C-3680-A0E51332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017777"/>
            <a:ext cx="9601200" cy="3809999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Aqueous and organic phases are mixed, ethanol concentration suddenly drops.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Rapid dilution of ethanol causes lipid oversaturation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lipids become insoluble.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Lipids spontaneously self-assembled around mRNA.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Process occurs within millisecond.</a:t>
            </a:r>
          </a:p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Hence, LNPs are formed.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9CF21-0803-6C79-A5DF-174EB1F1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7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FCF5-BBDB-C4AD-950F-0747AEDB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32" y="522141"/>
            <a:ext cx="9601200" cy="1142385"/>
          </a:xfrm>
        </p:spPr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MIXING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A192-CE90-325A-EADB-05D140893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232" y="2118361"/>
            <a:ext cx="9601200" cy="3809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Particle size control and uniformity of LNPs are determined by mixing time.</a:t>
            </a:r>
          </a:p>
          <a:p>
            <a:r>
              <a:rPr lang="en-IN" dirty="0">
                <a:latin typeface="Times New Roman"/>
                <a:cs typeface="Times New Roman"/>
              </a:rPr>
              <a:t>Mainly ensures a homogeneous temperature and mRNA concentration during formulation.</a:t>
            </a:r>
          </a:p>
          <a:p>
            <a:r>
              <a:rPr lang="en-IN" dirty="0">
                <a:latin typeface="Times New Roman"/>
                <a:cs typeface="Times New Roman"/>
              </a:rPr>
              <a:t>Ensure high mRNA encapsulation efficiency </a:t>
            </a:r>
            <a:r>
              <a:rPr lang="en-IN" dirty="0">
                <a:latin typeface="Times New Roman"/>
                <a:cs typeface="Times New Roman"/>
                <a:sym typeface="Wingdings" panose="05000000000000000000" pitchFamily="2" charset="2"/>
              </a:rPr>
              <a:t> improve drug loading.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  <a:sym typeface="Wingdings" panose="05000000000000000000" pitchFamily="2" charset="2"/>
              </a:rPr>
              <a:t>The rate and manner of mixing directly affect self-assembly steps.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Slow or uncontrolled mixing results in broad size distribution (high PDI).</a:t>
            </a:r>
          </a:p>
          <a:p>
            <a:r>
              <a:rPr lang="en-IN" dirty="0">
                <a:latin typeface="Times New Roman"/>
                <a:cs typeface="Times New Roman"/>
              </a:rPr>
              <a:t>The faster the mixing the smaller the synthesized LNPs.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54DA5-08FB-5643-9098-97283E0F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4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0A1205-EE50-3A58-36AF-4FACB3ACD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2104" y="1002792"/>
            <a:ext cx="10332720" cy="443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83F04B7-F1B6-A754-5A04-09F1B839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7E82D6-0229-B0B0-3690-28398FDC32BB}"/>
              </a:ext>
            </a:extLst>
          </p:cNvPr>
          <p:cNvSpPr txBox="1"/>
          <p:nvPr/>
        </p:nvSpPr>
        <p:spPr>
          <a:xfrm>
            <a:off x="832104" y="6220813"/>
            <a:ext cx="10268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https://insidetx.com/resources/reviews/lnp-synthesis-overview-of-the-manufacturing-methods/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1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E7C0-DA6A-9ACB-F6AA-B26E87EF9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968" y="758953"/>
            <a:ext cx="9994392" cy="1536192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Top-down methods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Also referred to as high-energy methods, these involve applying energy to break larger particles into smaller ones.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Bottom-up methods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These rely on the self-assembly of lipid components to form homogeneous nanoparticle systems.</a:t>
            </a:r>
          </a:p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39525-D7DB-30EA-ADF3-6F33560071F2}"/>
              </a:ext>
            </a:extLst>
          </p:cNvPr>
          <p:cNvSpPr txBox="1"/>
          <p:nvPr/>
        </p:nvSpPr>
        <p:spPr>
          <a:xfrm>
            <a:off x="3396996" y="2560320"/>
            <a:ext cx="497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High-Pressure Homogenization (HPH)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3B6C5-87A3-17B6-C571-AC53713269EE}"/>
              </a:ext>
            </a:extLst>
          </p:cNvPr>
          <p:cNvSpPr txBox="1"/>
          <p:nvPr/>
        </p:nvSpPr>
        <p:spPr>
          <a:xfrm>
            <a:off x="1005840" y="3182112"/>
            <a:ext cx="61904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Liquid is forced through a narrow valve at very high pressure, creating intense shear and turbulence for mixing.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Droplet/particle size is reduced to the nanoscale due to shear, cavitation, and impact forces.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large-scale, continuous processing, but involves high energy input.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B56ECF-A13E-013F-C3F3-3EDC37769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423" y="3250584"/>
            <a:ext cx="3987737" cy="242757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398D7-197A-83D2-816D-74F11EED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4EF3C-94F0-D101-8482-E6FC6A692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423" y="2922150"/>
            <a:ext cx="3987737" cy="3176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538E63-ABF8-9265-6481-C4ECD29CA30C}"/>
              </a:ext>
            </a:extLst>
          </p:cNvPr>
          <p:cNvSpPr txBox="1"/>
          <p:nvPr/>
        </p:nvSpPr>
        <p:spPr>
          <a:xfrm>
            <a:off x="1005840" y="6183181"/>
            <a:ext cx="10396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https://www.researchgate.net/figure/Schematic-representation-of-the-high-pressure-homogenization-process-11_fig5_258392503</a:t>
            </a:r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02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119DC-9BF3-19B0-4FE6-04E4E90D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578"/>
            <a:ext cx="9601200" cy="11423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latin typeface="Times New Roman" panose="02020603050405020304" pitchFamily="18" charset="0"/>
                <a:cs typeface="Times New Roman" panose="02020603050405020304" pitchFamily="18" charset="0"/>
              </a:rPr>
              <a:t>Bottom-up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A8EF7-BF3E-12A4-9840-1700057FB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189017"/>
            <a:ext cx="5326464" cy="360218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Lipids are first dissolved in an organic solvent and dried to form a thin film on the container wall.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film is hydrated with an aqueous phase, causing lipids to self-assemble into vesicles/nanoparticles.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is a simple, widely used laboratory method, but offers limited control over particle size.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FA1EE-AA96-D857-D46A-2EAE3FC8E4F3}"/>
              </a:ext>
            </a:extLst>
          </p:cNvPr>
          <p:cNvSpPr txBox="1"/>
          <p:nvPr/>
        </p:nvSpPr>
        <p:spPr>
          <a:xfrm>
            <a:off x="1396721" y="1446963"/>
            <a:ext cx="4572000" cy="641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00000"/>
            </a:pPr>
            <a:r>
              <a:rPr lang="en-US" sz="2400" b="0" kern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 film Hydration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D65BD-180A-588D-AE49-6BAE3CD20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854" y="1446963"/>
            <a:ext cx="2080009" cy="4484914"/>
          </a:xfrm>
          <a:prstGeom prst="rect">
            <a:avLst/>
          </a:prstGeom>
          <a:noFill/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FD17E23-3377-9DCF-F99E-25282DD6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43DCA-0848-7FB1-9880-F6598F4984B5}"/>
              </a:ext>
            </a:extLst>
          </p:cNvPr>
          <p:cNvSpPr txBox="1"/>
          <p:nvPr/>
        </p:nvSpPr>
        <p:spPr>
          <a:xfrm>
            <a:off x="868679" y="6139287"/>
            <a:ext cx="9723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https://insidetx.com/resources/reviews/mastering-thin-film-hydration-method-for-liposome-and-lipid-nanoparticle-formulation/</a:t>
            </a:r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3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31DB-81A4-C19C-FE2D-DFBE0C30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59" y="1021081"/>
            <a:ext cx="9601200" cy="4931663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Lipid and aqueous phases are mixed manually using pipetting or simple stirring.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offers minimal control over mixing intensity and uniformity.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 in poor reproducibility and broad particle size distribution.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supercritical CO₂ as an antisolvent to mix with lipid solutions and induce nanoparticle formation.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Enables rapid mixing with low residual organic solvent in the final product.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Requires high-pressure, complex equipment, limiting routine use.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9D99A-FB83-F88F-FC29-51B3CFDC2BF4}"/>
              </a:ext>
            </a:extLst>
          </p:cNvPr>
          <p:cNvSpPr txBox="1"/>
          <p:nvPr/>
        </p:nvSpPr>
        <p:spPr>
          <a:xfrm>
            <a:off x="4187516" y="440543"/>
            <a:ext cx="2719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1C875-530D-6173-D65B-825048E5C115}"/>
              </a:ext>
            </a:extLst>
          </p:cNvPr>
          <p:cNvSpPr txBox="1"/>
          <p:nvPr/>
        </p:nvSpPr>
        <p:spPr>
          <a:xfrm>
            <a:off x="3291840" y="2752345"/>
            <a:ext cx="544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Supercritical Fluid Methods (SCFs)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3D9F2-10F2-FDCE-37AF-AE94827D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2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9618-5642-5D53-C122-F0E341AB4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672" y="1021081"/>
            <a:ext cx="9601200" cy="499567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Mixing occurs in millimeter-scale channels with controlled flow rates.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Offers better control than batch/manual mixing but less precision than microfluidics.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higher throughput and easier scale-up compared to microfluidic systems.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Eg: 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Impingement Jet Mixing (IJM).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Fluids are mixed in micron-scale channels under precisely controlled flow conditions.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highly uniform and reproducible nanoparticles with narrow size distribution.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Ideal for formulation screening and early-stage development, though scale-up can be challenging.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Eg: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NxGen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Mixing Technology.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ED241-9BF6-A121-5557-DB59AAAA5CB8}"/>
              </a:ext>
            </a:extLst>
          </p:cNvPr>
          <p:cNvSpPr txBox="1"/>
          <p:nvPr/>
        </p:nvSpPr>
        <p:spPr>
          <a:xfrm>
            <a:off x="4687824" y="484632"/>
            <a:ext cx="207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Macrofluidics</a:t>
            </a:r>
            <a:endParaRPr lang="en-IN" sz="24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77E87-F34F-3B76-0B9B-A3D6E0EB5F11}"/>
              </a:ext>
            </a:extLst>
          </p:cNvPr>
          <p:cNvSpPr txBox="1"/>
          <p:nvPr/>
        </p:nvSpPr>
        <p:spPr>
          <a:xfrm>
            <a:off x="4687824" y="3364991"/>
            <a:ext cx="207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Microfluidics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33119-5401-0E71-6EC6-D04F266C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0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630F78-8CE6-BE8F-C9C9-AD63C5F28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2418"/>
          <a:stretch>
            <a:fillRect/>
          </a:stretch>
        </p:blipFill>
        <p:spPr>
          <a:xfrm>
            <a:off x="1507252" y="1178257"/>
            <a:ext cx="9816541" cy="48632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36FA6-AF34-26AF-8711-14A74FEE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4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F9F4F-FBC4-7A81-9AE8-CB917BD1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392" y="630760"/>
            <a:ext cx="5919216" cy="579438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Impingement Jet Mixing (IJM)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538FB-2C15-8F45-AC80-945899988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32" y="1661337"/>
            <a:ext cx="6150875" cy="4712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b="1">
                <a:latin typeface="Times New Roman"/>
                <a:cs typeface="Arial"/>
              </a:rPr>
              <a:t>Impingement Jet Mixing (IJM)</a:t>
            </a:r>
            <a:r>
              <a:rPr lang="en-IN">
                <a:latin typeface="Times New Roman"/>
                <a:cs typeface="Arial"/>
              </a:rPr>
              <a:t> is a rapid, continuous mixing technology used for the industrial production of lipid nanoparticles (LNPs).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latin typeface="Times New Roman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</a:pPr>
            <a:r>
              <a:rPr lang="en-IN">
                <a:latin typeface="Times New Roman"/>
                <a:cs typeface="Arial"/>
              </a:rPr>
              <a:t>Two liquid streams collide head on at high velocity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</a:pPr>
            <a:endParaRPr lang="en-IN">
              <a:latin typeface="Times New Roman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</a:pPr>
            <a:r>
              <a:rPr lang="en-IN">
                <a:latin typeface="Times New Roman"/>
                <a:cs typeface="Arial"/>
              </a:rPr>
              <a:t>Collison creates intense turbulence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  <a:buNone/>
            </a:pPr>
            <a:endParaRPr lang="en-IN">
              <a:latin typeface="Times New Roman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</a:pPr>
            <a:r>
              <a:rPr lang="en-IN">
                <a:latin typeface="Times New Roman"/>
                <a:cs typeface="Arial"/>
              </a:rPr>
              <a:t>Mixing occurs in milliseconds under turbulent flow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</a:pPr>
            <a:endParaRPr lang="en-IN">
              <a:latin typeface="Times New Roman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</a:pPr>
            <a:r>
              <a:rPr lang="en-IN">
                <a:latin typeface="Times New Roman"/>
                <a:cs typeface="Arial"/>
              </a:rPr>
              <a:t>Lipid self-assembly is triggered by rapid solvent dilution</a:t>
            </a:r>
          </a:p>
          <a:p>
            <a:pPr>
              <a:buClr>
                <a:srgbClr val="A43F27"/>
              </a:buClr>
            </a:pPr>
            <a:endParaRPr lang="en-IN">
              <a:latin typeface="Arial"/>
              <a:cs typeface="Arial"/>
            </a:endParaRPr>
          </a:p>
        </p:txBody>
      </p:sp>
      <p:pic>
        <p:nvPicPr>
          <p:cNvPr id="4" name="Picture 3" descr="A diagram of a mixture mixing technology&#10;&#10;AI-generated content may be incorrect.">
            <a:extLst>
              <a:ext uri="{FF2B5EF4-FFF2-40B4-BE49-F238E27FC236}">
                <a16:creationId xmlns:a16="http://schemas.microsoft.com/office/drawing/2014/main" id="{0D3FDB35-89B3-8641-A157-A66E3E379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507" y="1807641"/>
            <a:ext cx="4650449" cy="35353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D9A73-AEC4-E6E2-FC49-A66AF742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3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93B6-E4E7-2B6A-94C8-507D7E55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649224"/>
            <a:ext cx="9601200" cy="617644"/>
          </a:xfrm>
        </p:spPr>
        <p:txBody>
          <a:bodyPr>
            <a:normAutofit/>
          </a:bodyPr>
          <a:lstStyle/>
          <a:p>
            <a:r>
              <a:rPr lang="en-US" sz="2800" b="0">
                <a:latin typeface="Times New Roman"/>
                <a:ea typeface="+mj-lt"/>
                <a:cs typeface="+mj-lt"/>
              </a:rPr>
              <a:t>What happens inside the IJM chamber</a:t>
            </a:r>
            <a:endParaRPr lang="en-US" sz="280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2416-FFA9-E57A-FE7B-8D344F0CB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488" y="1605197"/>
            <a:ext cx="9601200" cy="40732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Times New Roman"/>
                <a:ea typeface="+mn-lt"/>
                <a:cs typeface="+mn-lt"/>
              </a:rPr>
              <a:t>The two streams impinge directly at the mixing point</a:t>
            </a:r>
            <a:endParaRPr lang="en-US" b="1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High Reynolds number flow generates strong turbulence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Turbulence eliminates concentration gradients instantly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Ethanol concentration drops rapidly → lipid solubility collapses</a:t>
            </a:r>
            <a:endParaRPr lang="en-US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Nucleation :- Small lipid clusters form uniformly throughout the volume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Growth arrest :- Fast quenching prevents uncontrolled aggregation</a:t>
            </a:r>
            <a:endParaRPr lang="en-US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endParaRPr lang="en-US" b="1">
              <a:latin typeface="Times New Roman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1EC78-F554-2860-E9D7-42CC9741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4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4188D-4720-B595-5CEF-60C7C0A56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76" y="713232"/>
            <a:ext cx="9601200" cy="53766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Encapsulation mechanism</a:t>
            </a:r>
            <a:endParaRPr lang="en-US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Ionizable lipids become positively charged.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Negatively charged mRNA binds electrostatically.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mRNA is trapped inside the forming lipid structure.</a:t>
            </a:r>
          </a:p>
          <a:p>
            <a:pPr>
              <a:buClr>
                <a:srgbClr val="A43F27"/>
              </a:buClr>
              <a:buFont typeface="Arial"/>
              <a:buChar char="▪"/>
            </a:pPr>
            <a:endParaRPr lang="en-US" b="1">
              <a:solidFill>
                <a:srgbClr val="92D05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solidFill>
                  <a:srgbClr val="92D05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Why does IJM gives narrow size distribution?</a:t>
            </a:r>
            <a:endParaRPr lang="en-US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Uniform nucleation dominates over growth.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No local concentration gradients.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Particle size is fixed within the first milliseconds.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2BF49-3020-4907-0E06-D84BC6D6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1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A90E2-08A7-1B31-7207-2F5E801C0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97" y="421972"/>
            <a:ext cx="10637873" cy="56100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Times New Roman"/>
                <a:ea typeface="+mn-lt"/>
                <a:cs typeface="+mn-lt"/>
              </a:rPr>
              <a:t>Result</a:t>
            </a:r>
            <a:endParaRPr lang="en-US" sz="240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/>
                <a:ea typeface="+mn-lt"/>
                <a:cs typeface="+mn-lt"/>
              </a:rPr>
              <a:t>Lipids become supersaturated.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/>
                <a:ea typeface="+mn-lt"/>
                <a:cs typeface="+mn-lt"/>
              </a:rPr>
              <a:t>Lipid molecules self-assemble.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latin typeface="Times New Roman"/>
                <a:ea typeface="+mn-lt"/>
                <a:cs typeface="+mn-lt"/>
              </a:rPr>
              <a:t>mRNA is electrostatically encapsulated during particle formation.</a:t>
            </a:r>
            <a:endParaRPr lang="en-US">
              <a:latin typeface="Times New Roman"/>
              <a:cs typeface="Arial"/>
            </a:endParaRPr>
          </a:p>
          <a:p>
            <a:pPr>
              <a:buClr>
                <a:srgbClr val="A43F27"/>
              </a:buClr>
              <a:buFont typeface="Arial"/>
              <a:buChar char="▪"/>
            </a:pPr>
            <a:r>
              <a:rPr lang="en-US">
                <a:solidFill>
                  <a:srgbClr val="2D2E2D"/>
                </a:solidFill>
                <a:latin typeface="Times New Roman"/>
                <a:cs typeface="Arial"/>
              </a:rPr>
              <a:t>Now LNPs are formed inside IJM and now we need to analyze (using PAT) it and filter it.</a:t>
            </a:r>
          </a:p>
          <a:p>
            <a:pPr marL="0" indent="0">
              <a:buClr>
                <a:srgbClr val="A43F27"/>
              </a:buClr>
              <a:buNone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Times New Roman"/>
                <a:cs typeface="Arial"/>
              </a:rPr>
              <a:t>Key Concept </a:t>
            </a:r>
            <a:r>
              <a:rPr lang="en-US">
                <a:latin typeface="Times New Roman"/>
                <a:cs typeface="Arial"/>
              </a:rPr>
              <a:t>:-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+mn-lt"/>
              </a:rPr>
              <a:t>Mixing time is much shorter than nanoparticle assembly time, leading to uniform and reproducible LNPs.</a:t>
            </a:r>
            <a:endParaRPr lang="en-US">
              <a:latin typeface="Times New Roman"/>
            </a:endParaRPr>
          </a:p>
          <a:p>
            <a:pPr marL="0" indent="0">
              <a:buNone/>
            </a:pPr>
            <a:endParaRPr lang="en-US">
              <a:latin typeface="Times New Roman"/>
              <a:cs typeface="Arial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130F9-9675-C628-0723-C0684186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4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6A05-093E-A726-FD4D-8630A0F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648" y="173736"/>
            <a:ext cx="6861048" cy="676974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Process Analytical Technology (PAT)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2BEB4-C4C4-424E-B617-49BA2852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491" y="852980"/>
            <a:ext cx="9601200" cy="53309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Framework for real-time monitoring, analysis, and control of pharmaceutical manufacturing processes.</a:t>
            </a:r>
          </a:p>
          <a:p>
            <a:r>
              <a:rPr lang="en-US" dirty="0">
                <a:latin typeface="Times New Roman"/>
                <a:cs typeface="Times New Roman"/>
              </a:rPr>
              <a:t>It focuses on identifying and controlling: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/>
                <a:cs typeface="Times New Roman"/>
              </a:rPr>
              <a:t>Critical Quality Attributes (CQAs)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/>
                <a:cs typeface="Times New Roman"/>
              </a:rPr>
              <a:t>Critical Process Parameters (CPPs) 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  <a:latin typeface="Times New Roman"/>
                <a:cs typeface="Times New Roman"/>
              </a:rPr>
              <a:t>Why PAT is needed?</a:t>
            </a:r>
          </a:p>
          <a:p>
            <a:r>
              <a:rPr lang="en-US" dirty="0">
                <a:latin typeface="Times New Roman"/>
                <a:cs typeface="Times New Roman"/>
              </a:rPr>
              <a:t>LNP production is rapid and continuous</a:t>
            </a:r>
          </a:p>
          <a:p>
            <a:r>
              <a:rPr lang="en-US" dirty="0">
                <a:latin typeface="Times New Roman"/>
                <a:cs typeface="Times New Roman"/>
              </a:rPr>
              <a:t>Small variations in flow, mixing, or concentration can affect:</a:t>
            </a:r>
          </a:p>
          <a:p>
            <a:pPr lvl="1"/>
            <a:r>
              <a:rPr lang="en-US" sz="2000" dirty="0">
                <a:latin typeface="Times New Roman"/>
                <a:cs typeface="Times New Roman"/>
              </a:rPr>
              <a:t>Particle size</a:t>
            </a:r>
          </a:p>
          <a:p>
            <a:pPr lvl="1"/>
            <a:r>
              <a:rPr lang="en-US" sz="2000" dirty="0">
                <a:latin typeface="Times New Roman"/>
                <a:cs typeface="Times New Roman"/>
              </a:rPr>
              <a:t>Encapsulation efficiency</a:t>
            </a:r>
          </a:p>
          <a:p>
            <a:pPr lvl="1"/>
            <a:r>
              <a:rPr lang="en-US" sz="2000" dirty="0">
                <a:latin typeface="Times New Roman"/>
                <a:cs typeface="Times New Roman"/>
              </a:rPr>
              <a:t>Stability</a:t>
            </a:r>
          </a:p>
          <a:p>
            <a:r>
              <a:rPr lang="en-US" dirty="0">
                <a:latin typeface="Times New Roman"/>
                <a:cs typeface="Times New Roman"/>
              </a:rPr>
              <a:t>PAT ensures consistent quality during production, not just end-product testing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C4D9C-B57C-76C6-0012-F4A2C8B9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8BB2-CC87-7D98-0027-802EE5210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368" y="874775"/>
            <a:ext cx="4572000" cy="3810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CQAs monitored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size (&lt; 200 nm).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Polydispersity index (PDI &lt; 0.3).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Zeta potential (≈ ±30 mV).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efficiency (&gt; 80%).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E0115-AC31-1FDF-7F74-1D2C2C973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1448" y="874774"/>
            <a:ext cx="4572000" cy="3810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CPPs monitored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 and flow ratio.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Mixing intensity/pressure.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Solvent (ethanol) concentration.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E31902-F659-8CA6-D0B2-938FFB0610FC}"/>
              </a:ext>
            </a:extLst>
          </p:cNvPr>
          <p:cNvSpPr txBox="1"/>
          <p:nvPr/>
        </p:nvSpPr>
        <p:spPr>
          <a:xfrm>
            <a:off x="1039368" y="3976889"/>
            <a:ext cx="99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 continuously monitors critical quality attributes and process parameters to ensure consistent LNP quality during manufacturing.”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82564-9DA7-3D1E-EB5D-CD1C6731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3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722B6-D137-C624-2FFF-D9EA299C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35" y="190087"/>
            <a:ext cx="9601200" cy="523821"/>
          </a:xfrm>
        </p:spPr>
        <p:txBody>
          <a:bodyPr>
            <a:normAutofit/>
          </a:bodyPr>
          <a:lstStyle/>
          <a:p>
            <a:r>
              <a:rPr lang="en-IN" sz="2400" b="0">
                <a:latin typeface="Times New Roman"/>
                <a:ea typeface="+mj-lt"/>
                <a:cs typeface="+mj-lt"/>
              </a:rPr>
              <a:t>Quenching</a:t>
            </a:r>
            <a:endParaRPr lang="en-US" sz="240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CDBF-0843-E8EF-0EE5-FBD445137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435" y="995083"/>
            <a:ext cx="9601200" cy="51009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b="1">
                <a:latin typeface="Times New Roman"/>
                <a:ea typeface="+mn-lt"/>
                <a:cs typeface="+mn-lt"/>
              </a:rPr>
              <a:t>Quenching by dilution</a:t>
            </a:r>
            <a:r>
              <a:rPr lang="en-IN">
                <a:latin typeface="Times New Roman"/>
                <a:ea typeface="+mn-lt"/>
                <a:cs typeface="+mn-lt"/>
              </a:rPr>
              <a:t> is the immediate dilution of the freshly formed LNP suspension with an excess aqueous buffer.</a:t>
            </a:r>
          </a:p>
          <a:p>
            <a:r>
              <a:rPr lang="en-IN">
                <a:latin typeface="Times New Roman"/>
                <a:cs typeface="Arial"/>
              </a:rPr>
              <a:t>First , </a:t>
            </a:r>
            <a:r>
              <a:rPr lang="en-IN">
                <a:latin typeface="Times New Roman"/>
                <a:ea typeface="+mn-lt"/>
                <a:cs typeface="+mn-lt"/>
              </a:rPr>
              <a:t>LNPs are formed.</a:t>
            </a:r>
            <a:endParaRPr lang="en-IN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/>
                <a:cs typeface="Arial"/>
              </a:rPr>
              <a:t>Now, </a:t>
            </a:r>
            <a:r>
              <a:rPr lang="en-IN">
                <a:latin typeface="Times New Roman"/>
                <a:ea typeface="+mn-lt"/>
                <a:cs typeface="+mn-lt"/>
              </a:rPr>
              <a:t>quench buffer is added which results in sharp drop of ethanol concentration which </a:t>
            </a:r>
            <a:r>
              <a:rPr lang="en-IN">
                <a:latin typeface="Times New Roman"/>
                <a:ea typeface="+mn-lt"/>
                <a:cs typeface="Times New Roman"/>
              </a:rPr>
              <a:t>reduces lipid solubility and mobility</a:t>
            </a:r>
            <a:r>
              <a:rPr lang="en-IN">
                <a:latin typeface="Times New Roman"/>
                <a:ea typeface="+mn-lt"/>
                <a:cs typeface="+mn-lt"/>
              </a:rPr>
              <a:t>.</a:t>
            </a:r>
            <a:endParaRPr lang="en-IN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/>
                <a:cs typeface="Arial"/>
              </a:rPr>
              <a:t>Finally, </a:t>
            </a:r>
            <a:r>
              <a:rPr lang="en-IN">
                <a:latin typeface="Times New Roman"/>
                <a:ea typeface="+mn-lt"/>
                <a:cs typeface="+mn-lt"/>
              </a:rPr>
              <a:t>particle growth ceases, preventing further fusion or aggregation, thereby locking in the final particle size and PDI.</a:t>
            </a:r>
            <a:endParaRPr lang="en-IN">
              <a:latin typeface="Times New Roman"/>
              <a:cs typeface="Arial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IN" b="1">
                <a:latin typeface="Times New Roman"/>
                <a:ea typeface="Calibri"/>
                <a:cs typeface="Arial"/>
              </a:rPr>
              <a:t>Quenching by filtration </a:t>
            </a:r>
            <a:r>
              <a:rPr lang="en-IN">
                <a:latin typeface="Times New Roman"/>
                <a:ea typeface="Calibri"/>
                <a:cs typeface="Arial"/>
              </a:rPr>
              <a:t>is performed using Tangential Flow Filtration (TFF) or Membrane-based filtration to remove:</a:t>
            </a:r>
          </a:p>
          <a:p>
            <a:r>
              <a:rPr lang="en-IN">
                <a:latin typeface="Times New Roman"/>
                <a:ea typeface="Calibri"/>
                <a:cs typeface="Arial"/>
              </a:rPr>
              <a:t>Residual solvent (ethanol)</a:t>
            </a:r>
          </a:p>
          <a:p>
            <a:pPr>
              <a:buClr>
                <a:srgbClr val="A43F27"/>
              </a:buClr>
            </a:pPr>
            <a:r>
              <a:rPr lang="en-IN">
                <a:latin typeface="Times New Roman"/>
                <a:ea typeface="Calibri"/>
                <a:cs typeface="Arial"/>
              </a:rPr>
              <a:t>Unencapsulated components</a:t>
            </a:r>
          </a:p>
          <a:p>
            <a:pPr marL="0" indent="0">
              <a:buClr>
                <a:srgbClr val="A43F27"/>
              </a:buClr>
              <a:buNone/>
            </a:pPr>
            <a:r>
              <a:rPr lang="en-IN">
                <a:latin typeface="Times New Roman"/>
                <a:ea typeface="Calibri"/>
                <a:cs typeface="Arial"/>
              </a:rPr>
              <a:t>THIS IS THE FINAL STEP OF LNP MANUFACTURING.</a:t>
            </a:r>
          </a:p>
          <a:p>
            <a:pPr marL="0" indent="0">
              <a:buNone/>
            </a:pPr>
            <a:endParaRPr lang="en-IN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78FD3-1E49-0140-D185-34F7D7591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1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E1D7-DBA5-AB16-CB38-392E0547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err="1">
                <a:latin typeface="Times New Roman"/>
                <a:cs typeface="Arial"/>
              </a:rPr>
              <a:t>NxGen</a:t>
            </a:r>
            <a:r>
              <a:rPr lang="en-US" sz="3600">
                <a:latin typeface="Times New Roman"/>
                <a:cs typeface="Arial"/>
              </a:rPr>
              <a:t> Mixing</a:t>
            </a:r>
            <a:endParaRPr lang="en-US" sz="360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04F7-5519-2023-846D-2E0386F1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Times New Roman"/>
                <a:ea typeface="+mn-lt"/>
                <a:cs typeface="+mn-lt"/>
              </a:rPr>
              <a:t>NxGen</a:t>
            </a:r>
            <a:r>
              <a:rPr lang="en-US">
                <a:latin typeface="Times New Roman"/>
                <a:ea typeface="+mn-lt"/>
                <a:cs typeface="+mn-lt"/>
              </a:rPr>
              <a:t> mixing is a controlled rapid-mixing technology.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Based on controlled nanoprecipitation of lipids with nucleic acids.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Mixing is done under high controlled flow conditions.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Precise control over mixing time and flow profiles enables uniform particle formation and low PDI.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Scale-up achieved via parallelization of microfluidic cartridges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Single-use fluid paths reduce cross-contamination risk</a:t>
            </a:r>
          </a:p>
          <a:p>
            <a:pPr>
              <a:buClr>
                <a:srgbClr val="A43F27"/>
              </a:buClr>
            </a:pPr>
            <a:endParaRPr lang="en-US">
              <a:latin typeface="Times New Roman"/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EDFE6-F9CC-595D-C271-3DAB2730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2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E7C6-C1B5-C73C-D263-21AEE8AED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32" y="487362"/>
            <a:ext cx="3331464" cy="579438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75714-06DF-3F40-C95B-36EC6D745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232" y="1423417"/>
            <a:ext cx="9601200" cy="3809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hlinkClick r:id="rId2"/>
              </a:rPr>
              <a:t>https://insidetx.com/resources/reviews/lnp-synthesis-overview-of-the-manufacturing-methods/</a:t>
            </a:r>
            <a:endParaRPr lang="en-IN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https://en.wikipedia.org/wiki/Lipid-based_nanoparticle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https://drive.google.com/drive/folders/10AyL6bArZ2kjxkyHl5krHhYheAy40hMO?usp=drive_link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FEFF9-BF58-818F-F6BA-C56817E8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4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F493C-D6FC-1888-7AE3-64A1733BEE27}"/>
              </a:ext>
            </a:extLst>
          </p:cNvPr>
          <p:cNvSpPr txBox="1"/>
          <p:nvPr/>
        </p:nvSpPr>
        <p:spPr>
          <a:xfrm>
            <a:off x="3112008" y="2747879"/>
            <a:ext cx="738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ED3A40-5B9A-D02C-BC4B-4CB947C9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9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0</TotalTime>
  <Words>1600</Words>
  <Application>Microsoft Office PowerPoint</Application>
  <PresentationFormat>Widescreen</PresentationFormat>
  <Paragraphs>216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Times New Roman</vt:lpstr>
      <vt:lpstr>Wingdings</vt:lpstr>
      <vt:lpstr>Diamond Grid 16x9</vt:lpstr>
      <vt:lpstr>PowerPoint Presentation</vt:lpstr>
      <vt:lpstr>MOTIVATION AND BACKGROUND</vt:lpstr>
      <vt:lpstr>Lipid Nanoparticles (LNPs) ?</vt:lpstr>
      <vt:lpstr>Before LNPs  Liposomes</vt:lpstr>
      <vt:lpstr>Disadvantages of liposomes for mRNA delivery</vt:lpstr>
      <vt:lpstr>COMPOSITION OF LNPs</vt:lpstr>
      <vt:lpstr>Role of Ionizable lipids</vt:lpstr>
      <vt:lpstr>             LNP Formulation</vt:lpstr>
      <vt:lpstr>LNP FORMULATION</vt:lpstr>
      <vt:lpstr>IMPORTANCE OF MIXING</vt:lpstr>
      <vt:lpstr>PowerPoint Presentation</vt:lpstr>
      <vt:lpstr>PowerPoint Presentation</vt:lpstr>
      <vt:lpstr>Bottom-up approach</vt:lpstr>
      <vt:lpstr>PowerPoint Presentation</vt:lpstr>
      <vt:lpstr>PowerPoint Presentation</vt:lpstr>
      <vt:lpstr>PowerPoint Presentation</vt:lpstr>
      <vt:lpstr>Impingement Jet Mixing (IJM)</vt:lpstr>
      <vt:lpstr>What happens inside the IJM chamber</vt:lpstr>
      <vt:lpstr>PowerPoint Presentation</vt:lpstr>
      <vt:lpstr>PowerPoint Presentation</vt:lpstr>
      <vt:lpstr>Process Analytical Technology (PAT)</vt:lpstr>
      <vt:lpstr>PowerPoint Presentation</vt:lpstr>
      <vt:lpstr>Quenching</vt:lpstr>
      <vt:lpstr>NxGen Mixing</vt:lpstr>
      <vt:lpstr>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 Jonwal</dc:creator>
  <cp:lastModifiedBy>Saket Jonwal</cp:lastModifiedBy>
  <cp:revision>3</cp:revision>
  <dcterms:created xsi:type="dcterms:W3CDTF">2026-01-25T10:01:40Z</dcterms:created>
  <dcterms:modified xsi:type="dcterms:W3CDTF">2026-02-13T17:16:55Z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