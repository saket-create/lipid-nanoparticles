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18" r:id="rId2"/>
    <p:sldId id="338" r:id="rId3"/>
    <p:sldId id="326" r:id="rId4"/>
    <p:sldId id="336" r:id="rId5"/>
    <p:sldId id="339" r:id="rId6"/>
    <p:sldId id="340" r:id="rId7"/>
    <p:sldId id="341" r:id="rId8"/>
    <p:sldId id="342" r:id="rId9"/>
    <p:sldId id="319" r:id="rId10"/>
    <p:sldId id="321" r:id="rId11"/>
    <p:sldId id="324" r:id="rId12"/>
    <p:sldId id="322" r:id="rId13"/>
    <p:sldId id="325" r:id="rId14"/>
    <p:sldId id="323" r:id="rId15"/>
    <p:sldId id="343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C333BF-CB4C-514C-5B84-40631080A86D}" v="2" dt="2026-03-15T20:31:13.968"/>
    <p1510:client id="{3AC9BED9-ADEE-4D11-3E32-D52CF11F0B23}" v="211" vWet="212" dt="2026-03-16T10:49:32.753"/>
    <p1510:client id="{5C601DEE-AAB7-4CE9-8F8B-FAA0A7CEC187}" v="817" dt="2026-03-16T10:50:34.931"/>
    <p1510:client id="{68E8E8F3-81BE-FA80-A2EA-1B78C67321BB}" v="295" dt="2026-03-15T20:29:58.678"/>
    <p1510:client id="{8C9C6092-68EF-076A-0D67-27493B454893}" v="15" dt="2026-03-16T11:21:10.037"/>
    <p1510:client id="{8EF4A897-CD00-389D-6CF9-7D2A69C7430F}" v="11" dt="2026-03-16T11:16:39.348"/>
    <p1510:client id="{91B6300C-9A2F-AE9E-5AA0-B82EB2ABE7D3}" v="6" dt="2026-03-17T08:32:52.580"/>
    <p1510:client id="{E1DD9B3E-4B9D-D6B0-629E-B4C05C9F48C1}" v="21" dt="2026-03-16T11:21:28.142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8C9C6092-68EF-076A-0D67-27493B454893}"/>
    <pc:docChg chg="modSld">
      <pc:chgData name="Guest User" userId="" providerId="Windows Live" clId="Web-{8C9C6092-68EF-076A-0D67-27493B454893}" dt="2026-03-16T11:21:05.458" v="11" actId="20577"/>
      <pc:docMkLst>
        <pc:docMk/>
      </pc:docMkLst>
      <pc:sldChg chg="modSp">
        <pc:chgData name="Guest User" userId="" providerId="Windows Live" clId="Web-{8C9C6092-68EF-076A-0D67-27493B454893}" dt="2026-03-16T11:21:05.458" v="11" actId="20577"/>
        <pc:sldMkLst>
          <pc:docMk/>
          <pc:sldMk cId="147593348" sldId="339"/>
        </pc:sldMkLst>
        <pc:spChg chg="mod">
          <ac:chgData name="Guest User" userId="" providerId="Windows Live" clId="Web-{8C9C6092-68EF-076A-0D67-27493B454893}" dt="2026-03-16T11:21:05.458" v="11" actId="20577"/>
          <ac:spMkLst>
            <pc:docMk/>
            <pc:sldMk cId="147593348" sldId="339"/>
            <ac:spMk id="5" creationId="{BFFC5F04-5602-0276-C04D-C15C378D4089}"/>
          </ac:spMkLst>
        </pc:spChg>
      </pc:sldChg>
    </pc:docChg>
  </pc:docChgLst>
  <pc:docChgLst>
    <pc:chgData name="Guest User" providerId="Windows Live" clId="Web-{68E8E8F3-81BE-FA80-A2EA-1B78C67321BB}"/>
    <pc:docChg chg="addSld delSld modSld">
      <pc:chgData name="Guest User" userId="" providerId="Windows Live" clId="Web-{68E8E8F3-81BE-FA80-A2EA-1B78C67321BB}" dt="2026-03-15T20:18:00.651" v="242" actId="20577"/>
      <pc:docMkLst>
        <pc:docMk/>
      </pc:docMkLst>
      <pc:sldChg chg="modSp">
        <pc:chgData name="Guest User" userId="" providerId="Windows Live" clId="Web-{68E8E8F3-81BE-FA80-A2EA-1B78C67321BB}" dt="2026-03-15T17:44:23.121" v="237" actId="20577"/>
        <pc:sldMkLst>
          <pc:docMk/>
          <pc:sldMk cId="1384310853" sldId="323"/>
        </pc:sldMkLst>
        <pc:spChg chg="mod">
          <ac:chgData name="Guest User" userId="" providerId="Windows Live" clId="Web-{68E8E8F3-81BE-FA80-A2EA-1B78C67321BB}" dt="2026-03-15T17:44:23.121" v="237" actId="20577"/>
          <ac:spMkLst>
            <pc:docMk/>
            <pc:sldMk cId="1384310853" sldId="323"/>
            <ac:spMk id="3" creationId="{63F002A8-A49E-1E2B-DD6C-4D3E671DDE8E}"/>
          </ac:spMkLst>
        </pc:spChg>
      </pc:sldChg>
      <pc:sldChg chg="addSp delSp modSp new">
        <pc:chgData name="Guest User" userId="" providerId="Windows Live" clId="Web-{68E8E8F3-81BE-FA80-A2EA-1B78C67321BB}" dt="2026-03-15T16:56:02.746" v="88"/>
        <pc:sldMkLst>
          <pc:docMk/>
          <pc:sldMk cId="2294295639" sldId="326"/>
        </pc:sldMkLst>
      </pc:sldChg>
      <pc:sldChg chg="addSp delSp modSp new">
        <pc:chgData name="Guest User" userId="" providerId="Windows Live" clId="Web-{68E8E8F3-81BE-FA80-A2EA-1B78C67321BB}" dt="2026-03-15T17:43:21.011" v="228" actId="20577"/>
        <pc:sldMkLst>
          <pc:docMk/>
          <pc:sldMk cId="1180926004" sldId="338"/>
        </pc:sldMkLst>
        <pc:spChg chg="mod">
          <ac:chgData name="Guest User" userId="" providerId="Windows Live" clId="Web-{68E8E8F3-81BE-FA80-A2EA-1B78C67321BB}" dt="2026-03-15T17:33:59.187" v="186" actId="20577"/>
          <ac:spMkLst>
            <pc:docMk/>
            <pc:sldMk cId="1180926004" sldId="338"/>
            <ac:spMk id="2" creationId="{1A6DFB3F-3C05-54FA-89F4-F2C9B7BA04D5}"/>
          </ac:spMkLst>
        </pc:spChg>
        <pc:spChg chg="add mod">
          <ac:chgData name="Guest User" userId="" providerId="Windows Live" clId="Web-{68E8E8F3-81BE-FA80-A2EA-1B78C67321BB}" dt="2026-03-15T17:43:21.011" v="228" actId="20577"/>
          <ac:spMkLst>
            <pc:docMk/>
            <pc:sldMk cId="1180926004" sldId="338"/>
            <ac:spMk id="7" creationId="{D5FF1C58-0919-87CB-439A-0BA229082A97}"/>
          </ac:spMkLst>
        </pc:spChg>
        <pc:graphicFrameChg chg="add mod ord modGraphic">
          <ac:chgData name="Guest User" userId="" providerId="Windows Live" clId="Web-{68E8E8F3-81BE-FA80-A2EA-1B78C67321BB}" dt="2026-03-15T17:34:11.797" v="188"/>
          <ac:graphicFrameMkLst>
            <pc:docMk/>
            <pc:sldMk cId="1180926004" sldId="338"/>
            <ac:graphicFrameMk id="5" creationId="{3964D1B3-FAF4-07E0-ED1B-ABC21C20B4C2}"/>
          </ac:graphicFrameMkLst>
        </pc:graphicFrameChg>
        <pc:graphicFrameChg chg="add mod modGraphic">
          <ac:chgData name="Guest User" userId="" providerId="Windows Live" clId="Web-{68E8E8F3-81BE-FA80-A2EA-1B78C67321BB}" dt="2026-03-15T17:34:46.969" v="195"/>
          <ac:graphicFrameMkLst>
            <pc:docMk/>
            <pc:sldMk cId="1180926004" sldId="338"/>
            <ac:graphicFrameMk id="6" creationId="{F0B3CE15-5E5F-85B1-F26F-8B246DA4E480}"/>
          </ac:graphicFrameMkLst>
        </pc:graphicFrameChg>
      </pc:sldChg>
      <pc:sldChg chg="modSp">
        <pc:chgData name="Guest User" userId="" providerId="Windows Live" clId="Web-{68E8E8F3-81BE-FA80-A2EA-1B78C67321BB}" dt="2026-03-15T20:18:00.651" v="242" actId="20577"/>
        <pc:sldMkLst>
          <pc:docMk/>
          <pc:sldMk cId="147593348" sldId="339"/>
        </pc:sldMkLst>
        <pc:spChg chg="mod">
          <ac:chgData name="Guest User" userId="" providerId="Windows Live" clId="Web-{68E8E8F3-81BE-FA80-A2EA-1B78C67321BB}" dt="2026-03-15T20:18:00.651" v="242" actId="20577"/>
          <ac:spMkLst>
            <pc:docMk/>
            <pc:sldMk cId="147593348" sldId="339"/>
            <ac:spMk id="3" creationId="{11998EBE-FACB-5B19-31C0-8A4D2E618A70}"/>
          </ac:spMkLst>
        </pc:spChg>
      </pc:sldChg>
    </pc:docChg>
  </pc:docChgLst>
  <pc:docChgLst>
    <pc:chgData name="Guest User" providerId="Windows Live" clId="Web-{13C333BF-CB4C-514C-5B84-40631080A86D}"/>
    <pc:docChg chg="modSld">
      <pc:chgData name="Guest User" userId="" providerId="Windows Live" clId="Web-{13C333BF-CB4C-514C-5B84-40631080A86D}" dt="2026-03-15T20:31:13.968" v="1" actId="1076"/>
      <pc:docMkLst>
        <pc:docMk/>
      </pc:docMkLst>
    </pc:docChg>
  </pc:docChgLst>
  <pc:docChgLst>
    <pc:chgData name="Guest User" providerId="Windows Live" clId="Web-{E1DD9B3E-4B9D-D6B0-629E-B4C05C9F48C1}"/>
    <pc:docChg chg="addSld delSld modSld">
      <pc:chgData name="Guest User" userId="" providerId="Windows Live" clId="Web-{E1DD9B3E-4B9D-D6B0-629E-B4C05C9F48C1}" dt="2026-03-16T11:21:28.142" v="18"/>
      <pc:docMkLst>
        <pc:docMk/>
      </pc:docMkLst>
      <pc:sldChg chg="modSp">
        <pc:chgData name="Guest User" userId="" providerId="Windows Live" clId="Web-{E1DD9B3E-4B9D-D6B0-629E-B4C05C9F48C1}" dt="2026-03-16T11:08:48.877" v="15" actId="20577"/>
        <pc:sldMkLst>
          <pc:docMk/>
          <pc:sldMk cId="4073764641" sldId="336"/>
        </pc:sldMkLst>
        <pc:spChg chg="mod">
          <ac:chgData name="Guest User" userId="" providerId="Windows Live" clId="Web-{E1DD9B3E-4B9D-D6B0-629E-B4C05C9F48C1}" dt="2026-03-16T11:08:48.877" v="15" actId="20577"/>
          <ac:spMkLst>
            <pc:docMk/>
            <pc:sldMk cId="4073764641" sldId="336"/>
            <ac:spMk id="4" creationId="{668ED626-66B4-6FCB-2440-B584E1D00EAE}"/>
          </ac:spMkLst>
        </pc:spChg>
      </pc:sldChg>
      <pc:sldChg chg="add del">
        <pc:chgData name="Guest User" userId="" providerId="Windows Live" clId="Web-{E1DD9B3E-4B9D-D6B0-629E-B4C05C9F48C1}" dt="2026-03-16T11:21:28.142" v="18"/>
        <pc:sldMkLst>
          <pc:docMk/>
          <pc:sldMk cId="8801158" sldId="337"/>
        </pc:sldMkLst>
      </pc:sldChg>
      <pc:sldChg chg="modSp">
        <pc:chgData name="Guest User" userId="" providerId="Windows Live" clId="Web-{E1DD9B3E-4B9D-D6B0-629E-B4C05C9F48C1}" dt="2026-03-16T10:58:47.111" v="12" actId="20577"/>
        <pc:sldMkLst>
          <pc:docMk/>
          <pc:sldMk cId="147593348" sldId="339"/>
        </pc:sldMkLst>
        <pc:spChg chg="mod">
          <ac:chgData name="Guest User" userId="" providerId="Windows Live" clId="Web-{E1DD9B3E-4B9D-D6B0-629E-B4C05C9F48C1}" dt="2026-03-16T10:58:47.111" v="12" actId="20577"/>
          <ac:spMkLst>
            <pc:docMk/>
            <pc:sldMk cId="147593348" sldId="339"/>
            <ac:spMk id="3" creationId="{11998EBE-FACB-5B19-31C0-8A4D2E618A70}"/>
          </ac:spMkLst>
        </pc:spChg>
      </pc:sldChg>
    </pc:docChg>
  </pc:docChgLst>
  <pc:docChgLst>
    <pc:chgData name="Guest User" providerId="Windows Live" clId="Web-{3AC9BED9-ADEE-4D11-3E32-D52CF11F0B23}"/>
    <pc:docChg chg="addSld delSld modSld">
      <pc:chgData name="Guest User" userId="" providerId="Windows Live" clId="Web-{3AC9BED9-ADEE-4D11-3E32-D52CF11F0B23}" dt="2026-03-16T10:49:29.456" v="204" actId="20577"/>
      <pc:docMkLst>
        <pc:docMk/>
      </pc:docMkLst>
      <pc:sldChg chg="modSp">
        <pc:chgData name="Guest User" userId="" providerId="Windows Live" clId="Web-{3AC9BED9-ADEE-4D11-3E32-D52CF11F0B23}" dt="2026-03-16T10:17:15.102" v="161"/>
        <pc:sldMkLst>
          <pc:docMk/>
          <pc:sldMk cId="2294295639" sldId="326"/>
        </pc:sldMkLst>
        <pc:spChg chg="mod">
          <ac:chgData name="Guest User" userId="" providerId="Windows Live" clId="Web-{3AC9BED9-ADEE-4D11-3E32-D52CF11F0B23}" dt="2026-03-16T10:17:15.086" v="160"/>
          <ac:spMkLst>
            <pc:docMk/>
            <pc:sldMk cId="2294295639" sldId="326"/>
            <ac:spMk id="2" creationId="{D8FC53BF-0DDF-506F-E37B-59D8AFEE0A07}"/>
          </ac:spMkLst>
        </pc:spChg>
        <pc:spChg chg="mod">
          <ac:chgData name="Guest User" userId="" providerId="Windows Live" clId="Web-{3AC9BED9-ADEE-4D11-3E32-D52CF11F0B23}" dt="2026-03-16T10:17:15.102" v="161"/>
          <ac:spMkLst>
            <pc:docMk/>
            <pc:sldMk cId="2294295639" sldId="326"/>
            <ac:spMk id="3" creationId="{FFC55ADF-3F2B-BC09-BA1A-45082DD6DE24}"/>
          </ac:spMkLst>
        </pc:spChg>
      </pc:sldChg>
      <pc:sldChg chg="modSp add del">
        <pc:chgData name="Guest User" userId="" providerId="Windows Live" clId="Web-{3AC9BED9-ADEE-4D11-3E32-D52CF11F0B23}" dt="2026-03-16T10:18:46.040" v="187" actId="20577"/>
        <pc:sldMkLst>
          <pc:docMk/>
          <pc:sldMk cId="4073764641" sldId="336"/>
        </pc:sldMkLst>
        <pc:spChg chg="mod">
          <ac:chgData name="Guest User" userId="" providerId="Windows Live" clId="Web-{3AC9BED9-ADEE-4D11-3E32-D52CF11F0B23}" dt="2026-03-16T10:18:09.477" v="178"/>
          <ac:spMkLst>
            <pc:docMk/>
            <pc:sldMk cId="4073764641" sldId="336"/>
            <ac:spMk id="2" creationId="{25762C31-A761-6082-FEFE-2CF76F9B5180}"/>
          </ac:spMkLst>
        </pc:spChg>
        <pc:spChg chg="mod">
          <ac:chgData name="Guest User" userId="" providerId="Windows Live" clId="Web-{3AC9BED9-ADEE-4D11-3E32-D52CF11F0B23}" dt="2026-03-16T10:18:46.040" v="187" actId="20577"/>
          <ac:spMkLst>
            <pc:docMk/>
            <pc:sldMk cId="4073764641" sldId="336"/>
            <ac:spMk id="3" creationId="{924B2D89-C5B4-B33A-3EA1-58D08FDEA51B}"/>
          </ac:spMkLst>
        </pc:spChg>
        <pc:spChg chg="mod">
          <ac:chgData name="Guest User" userId="" providerId="Windows Live" clId="Web-{3AC9BED9-ADEE-4D11-3E32-D52CF11F0B23}" dt="2026-03-16T10:18:09.555" v="180"/>
          <ac:spMkLst>
            <pc:docMk/>
            <pc:sldMk cId="4073764641" sldId="336"/>
            <ac:spMk id="4" creationId="{668ED626-66B4-6FCB-2440-B584E1D00EAE}"/>
          </ac:spMkLst>
        </pc:spChg>
      </pc:sldChg>
      <pc:sldChg chg="addSp delSp modSp">
        <pc:chgData name="Guest User" userId="" providerId="Windows Live" clId="Web-{3AC9BED9-ADEE-4D11-3E32-D52CF11F0B23}" dt="2026-03-16T10:49:29.456" v="204" actId="20577"/>
        <pc:sldMkLst>
          <pc:docMk/>
          <pc:sldMk cId="8801158" sldId="337"/>
        </pc:sldMkLst>
        <pc:spChg chg="mod">
          <ac:chgData name="Guest User" userId="" providerId="Windows Live" clId="Web-{3AC9BED9-ADEE-4D11-3E32-D52CF11F0B23}" dt="2026-03-16T10:49:29.456" v="204" actId="20577"/>
          <ac:spMkLst>
            <pc:docMk/>
            <pc:sldMk cId="8801158" sldId="337"/>
            <ac:spMk id="3" creationId="{555D188F-DEEF-B14F-CB8C-C78ED9705F41}"/>
          </ac:spMkLst>
        </pc:spChg>
        <pc:spChg chg="add del mod">
          <ac:chgData name="Guest User" userId="" providerId="Windows Live" clId="Web-{3AC9BED9-ADEE-4D11-3E32-D52CF11F0B23}" dt="2026-03-16T10:33:34.170" v="189"/>
          <ac:spMkLst>
            <pc:docMk/>
            <pc:sldMk cId="8801158" sldId="337"/>
            <ac:spMk id="5" creationId="{C7D75E64-C3CA-A347-71A5-AAD8F4539B1C}"/>
          </ac:spMkLst>
        </pc:spChg>
        <pc:spChg chg="add del mod">
          <ac:chgData name="Guest User" userId="" providerId="Windows Live" clId="Web-{3AC9BED9-ADEE-4D11-3E32-D52CF11F0B23}" dt="2026-03-16T10:33:36.404" v="190"/>
          <ac:spMkLst>
            <pc:docMk/>
            <pc:sldMk cId="8801158" sldId="337"/>
            <ac:spMk id="8" creationId="{CEFC44F9-7255-4B31-99E5-A574C5D40C4E}"/>
          </ac:spMkLst>
        </pc:spChg>
        <pc:spChg chg="add del mod">
          <ac:chgData name="Guest User" userId="" providerId="Windows Live" clId="Web-{3AC9BED9-ADEE-4D11-3E32-D52CF11F0B23}" dt="2026-03-16T10:33:31.982" v="188"/>
          <ac:spMkLst>
            <pc:docMk/>
            <pc:sldMk cId="8801158" sldId="337"/>
            <ac:spMk id="9" creationId="{9CA5E01B-A67B-AAAA-1768-641BCD1F79B4}"/>
          </ac:spMkLst>
        </pc:spChg>
        <pc:spChg chg="add del mod">
          <ac:chgData name="Guest User" userId="" providerId="Windows Live" clId="Web-{3AC9BED9-ADEE-4D11-3E32-D52CF11F0B23}" dt="2026-03-16T10:33:38.560" v="191"/>
          <ac:spMkLst>
            <pc:docMk/>
            <pc:sldMk cId="8801158" sldId="337"/>
            <ac:spMk id="10" creationId="{8DDC80D4-6C43-9653-0118-09003AB9177D}"/>
          </ac:spMkLst>
        </pc:spChg>
      </pc:sldChg>
      <pc:sldChg chg="modSp">
        <pc:chgData name="Guest User" userId="" providerId="Windows Live" clId="Web-{3AC9BED9-ADEE-4D11-3E32-D52CF11F0B23}" dt="2026-03-15T20:20:48.978" v="127" actId="20577"/>
        <pc:sldMkLst>
          <pc:docMk/>
          <pc:sldMk cId="147593348" sldId="339"/>
        </pc:sldMkLst>
        <pc:spChg chg="mod">
          <ac:chgData name="Guest User" userId="" providerId="Windows Live" clId="Web-{3AC9BED9-ADEE-4D11-3E32-D52CF11F0B23}" dt="2026-03-15T20:20:48.978" v="127" actId="20577"/>
          <ac:spMkLst>
            <pc:docMk/>
            <pc:sldMk cId="147593348" sldId="339"/>
            <ac:spMk id="2" creationId="{80ADF56B-E326-E1D4-86CC-2F4C80A05F2F}"/>
          </ac:spMkLst>
        </pc:spChg>
        <pc:spChg chg="mod">
          <ac:chgData name="Guest User" userId="" providerId="Windows Live" clId="Web-{3AC9BED9-ADEE-4D11-3E32-D52CF11F0B23}" dt="2026-03-15T20:20:29.976" v="123"/>
          <ac:spMkLst>
            <pc:docMk/>
            <pc:sldMk cId="147593348" sldId="339"/>
            <ac:spMk id="3" creationId="{11998EBE-FACB-5B19-31C0-8A4D2E618A70}"/>
          </ac:spMkLst>
        </pc:spChg>
        <pc:spChg chg="mod">
          <ac:chgData name="Guest User" userId="" providerId="Windows Live" clId="Web-{3AC9BED9-ADEE-4D11-3E32-D52CF11F0B23}" dt="2026-03-15T20:20:29.976" v="124"/>
          <ac:spMkLst>
            <pc:docMk/>
            <pc:sldMk cId="147593348" sldId="339"/>
            <ac:spMk id="4" creationId="{5C7A1A35-B5B5-3C2B-061C-13DD1EF2D2CD}"/>
          </ac:spMkLst>
        </pc:spChg>
        <pc:spChg chg="mod">
          <ac:chgData name="Guest User" userId="" providerId="Windows Live" clId="Web-{3AC9BED9-ADEE-4D11-3E32-D52CF11F0B23}" dt="2026-03-15T20:20:30.070" v="125"/>
          <ac:spMkLst>
            <pc:docMk/>
            <pc:sldMk cId="147593348" sldId="339"/>
            <ac:spMk id="5" creationId="{BFFC5F04-5602-0276-C04D-C15C378D4089}"/>
          </ac:spMkLst>
        </pc:spChg>
      </pc:sldChg>
      <pc:sldChg chg="modSp">
        <pc:chgData name="Guest User" userId="" providerId="Windows Live" clId="Web-{3AC9BED9-ADEE-4D11-3E32-D52CF11F0B23}" dt="2026-03-15T20:22:11.406" v="145"/>
        <pc:sldMkLst>
          <pc:docMk/>
          <pc:sldMk cId="3835511" sldId="341"/>
        </pc:sldMkLst>
        <pc:spChg chg="mod">
          <ac:chgData name="Guest User" userId="" providerId="Windows Live" clId="Web-{3AC9BED9-ADEE-4D11-3E32-D52CF11F0B23}" dt="2026-03-15T20:21:40.092" v="136"/>
          <ac:spMkLst>
            <pc:docMk/>
            <pc:sldMk cId="3835511" sldId="341"/>
            <ac:spMk id="2" creationId="{F110D832-F65F-530D-295C-771C4563AB03}"/>
          </ac:spMkLst>
        </pc:spChg>
        <pc:spChg chg="mod">
          <ac:chgData name="Guest User" userId="" providerId="Windows Live" clId="Web-{3AC9BED9-ADEE-4D11-3E32-D52CF11F0B23}" dt="2026-03-15T20:22:11.344" v="143"/>
          <ac:spMkLst>
            <pc:docMk/>
            <pc:sldMk cId="3835511" sldId="341"/>
            <ac:spMk id="3" creationId="{65B86C7A-FFAE-02E9-D352-FD64934BAD6D}"/>
          </ac:spMkLst>
        </pc:spChg>
        <pc:spChg chg="mod">
          <ac:chgData name="Guest User" userId="" providerId="Windows Live" clId="Web-{3AC9BED9-ADEE-4D11-3E32-D52CF11F0B23}" dt="2026-03-15T20:22:11.344" v="144"/>
          <ac:spMkLst>
            <pc:docMk/>
            <pc:sldMk cId="3835511" sldId="341"/>
            <ac:spMk id="4" creationId="{551F3AF4-C181-79F5-C150-502D3C65B41B}"/>
          </ac:spMkLst>
        </pc:spChg>
        <pc:spChg chg="mod">
          <ac:chgData name="Guest User" userId="" providerId="Windows Live" clId="Web-{3AC9BED9-ADEE-4D11-3E32-D52CF11F0B23}" dt="2026-03-15T20:22:11.406" v="145"/>
          <ac:spMkLst>
            <pc:docMk/>
            <pc:sldMk cId="3835511" sldId="341"/>
            <ac:spMk id="6" creationId="{9B238331-A566-E398-443D-67F0B952A531}"/>
          </ac:spMkLst>
        </pc:spChg>
      </pc:sldChg>
    </pc:docChg>
  </pc:docChgLst>
  <pc:docChgLst>
    <pc:chgData name="Guest User" providerId="Windows Live" clId="Web-{91B6300C-9A2F-AE9E-5AA0-B82EB2ABE7D3}"/>
    <pc:docChg chg="modSld">
      <pc:chgData name="Guest User" userId="" providerId="Windows Live" clId="Web-{91B6300C-9A2F-AE9E-5AA0-B82EB2ABE7D3}" dt="2026-03-17T08:32:52.580" v="2"/>
      <pc:docMkLst>
        <pc:docMk/>
      </pc:docMkLst>
      <pc:sldChg chg="modSp">
        <pc:chgData name="Guest User" userId="" providerId="Windows Live" clId="Web-{91B6300C-9A2F-AE9E-5AA0-B82EB2ABE7D3}" dt="2026-03-17T08:32:39.860" v="1" actId="20577"/>
        <pc:sldMkLst>
          <pc:docMk/>
          <pc:sldMk cId="2161827056" sldId="340"/>
        </pc:sldMkLst>
        <pc:spChg chg="mod">
          <ac:chgData name="Guest User" userId="" providerId="Windows Live" clId="Web-{91B6300C-9A2F-AE9E-5AA0-B82EB2ABE7D3}" dt="2026-03-17T08:32:39.860" v="1" actId="20577"/>
          <ac:spMkLst>
            <pc:docMk/>
            <pc:sldMk cId="2161827056" sldId="340"/>
            <ac:spMk id="6" creationId="{34C96FDA-E5F0-617F-C2F1-B9A3FCF16D12}"/>
          </ac:spMkLst>
        </pc:spChg>
      </pc:sldChg>
      <pc:sldChg chg="delSp">
        <pc:chgData name="Guest User" userId="" providerId="Windows Live" clId="Web-{91B6300C-9A2F-AE9E-5AA0-B82EB2ABE7D3}" dt="2026-03-17T08:32:52.580" v="2"/>
        <pc:sldMkLst>
          <pc:docMk/>
          <pc:sldMk cId="3835511" sldId="341"/>
        </pc:sldMkLst>
        <pc:spChg chg="del">
          <ac:chgData name="Guest User" userId="" providerId="Windows Live" clId="Web-{91B6300C-9A2F-AE9E-5AA0-B82EB2ABE7D3}" dt="2026-03-17T08:32:52.580" v="2"/>
          <ac:spMkLst>
            <pc:docMk/>
            <pc:sldMk cId="3835511" sldId="341"/>
            <ac:spMk id="6" creationId="{9B238331-A566-E398-443D-67F0B952A531}"/>
          </ac:spMkLst>
        </pc:spChg>
      </pc:sldChg>
    </pc:docChg>
  </pc:docChgLst>
  <pc:docChgLst>
    <pc:chgData name="Saket Jonwal" userId="e987aff2cc526e99" providerId="LiveId" clId="{E7F24A9B-30E1-403B-835C-32C2FE2C0384}"/>
    <pc:docChg chg="undo redo custSel addSld delSld modSld sldOrd">
      <pc:chgData name="Saket Jonwal" userId="e987aff2cc526e99" providerId="LiveId" clId="{E7F24A9B-30E1-403B-835C-32C2FE2C0384}" dt="2026-03-16T10:50:34.931" v="1757" actId="27636"/>
      <pc:docMkLst>
        <pc:docMk/>
      </pc:docMkLst>
      <pc:sldChg chg="addSp delSp modSp mod">
        <pc:chgData name="Saket Jonwal" userId="e987aff2cc526e99" providerId="LiveId" clId="{E7F24A9B-30E1-403B-835C-32C2FE2C0384}" dt="2026-03-16T10:29:29.119" v="1713" actId="20577"/>
        <pc:sldMkLst>
          <pc:docMk/>
          <pc:sldMk cId="3179482529" sldId="319"/>
        </pc:sldMkLst>
        <pc:spChg chg="mod">
          <ac:chgData name="Saket Jonwal" userId="e987aff2cc526e99" providerId="LiveId" clId="{E7F24A9B-30E1-403B-835C-32C2FE2C0384}" dt="2026-03-15T16:25:04.169" v="792" actId="20577"/>
          <ac:spMkLst>
            <pc:docMk/>
            <pc:sldMk cId="3179482529" sldId="319"/>
            <ac:spMk id="2" creationId="{92234564-A006-C823-866C-551A84FF174A}"/>
          </ac:spMkLst>
        </pc:spChg>
        <pc:spChg chg="mod">
          <ac:chgData name="Saket Jonwal" userId="e987aff2cc526e99" providerId="LiveId" clId="{E7F24A9B-30E1-403B-835C-32C2FE2C0384}" dt="2026-03-16T10:29:29.119" v="1713" actId="20577"/>
          <ac:spMkLst>
            <pc:docMk/>
            <pc:sldMk cId="3179482529" sldId="319"/>
            <ac:spMk id="3" creationId="{4A9D6DFB-5F1C-613B-DC24-EA75E395ACC1}"/>
          </ac:spMkLst>
        </pc:spChg>
      </pc:sldChg>
      <pc:sldChg chg="delSp modSp new mod">
        <pc:chgData name="Saket Jonwal" userId="e987aff2cc526e99" providerId="LiveId" clId="{E7F24A9B-30E1-403B-835C-32C2FE2C0384}" dt="2026-03-16T10:33:57.800" v="1738" actId="20577"/>
        <pc:sldMkLst>
          <pc:docMk/>
          <pc:sldMk cId="3340144061" sldId="321"/>
        </pc:sldMkLst>
        <pc:spChg chg="mod">
          <ac:chgData name="Saket Jonwal" userId="e987aff2cc526e99" providerId="LiveId" clId="{E7F24A9B-30E1-403B-835C-32C2FE2C0384}" dt="2026-03-16T10:33:57.800" v="1738" actId="20577"/>
          <ac:spMkLst>
            <pc:docMk/>
            <pc:sldMk cId="3340144061" sldId="321"/>
            <ac:spMk id="3" creationId="{64258E6C-5B8E-1826-99DB-E784F89F775D}"/>
          </ac:spMkLst>
        </pc:spChg>
      </pc:sldChg>
      <pc:sldChg chg="delSp modSp new mod">
        <pc:chgData name="Saket Jonwal" userId="e987aff2cc526e99" providerId="LiveId" clId="{E7F24A9B-30E1-403B-835C-32C2FE2C0384}" dt="2026-03-16T10:42:59.711" v="1743"/>
        <pc:sldMkLst>
          <pc:docMk/>
          <pc:sldMk cId="760213841" sldId="322"/>
        </pc:sldMkLst>
        <pc:spChg chg="mod">
          <ac:chgData name="Saket Jonwal" userId="e987aff2cc526e99" providerId="LiveId" clId="{E7F24A9B-30E1-403B-835C-32C2FE2C0384}" dt="2026-03-16T10:42:59.711" v="1743"/>
          <ac:spMkLst>
            <pc:docMk/>
            <pc:sldMk cId="760213841" sldId="322"/>
            <ac:spMk id="3" creationId="{09676734-FFD6-6915-97C6-B1E0658E30FB}"/>
          </ac:spMkLst>
        </pc:spChg>
      </pc:sldChg>
      <pc:sldChg chg="modSp new mod">
        <pc:chgData name="Saket Jonwal" userId="e987aff2cc526e99" providerId="LiveId" clId="{E7F24A9B-30E1-403B-835C-32C2FE2C0384}" dt="2026-03-16T10:21:03.819" v="1711" actId="1076"/>
        <pc:sldMkLst>
          <pc:docMk/>
          <pc:sldMk cId="1384310853" sldId="323"/>
        </pc:sldMkLst>
        <pc:spChg chg="mod">
          <ac:chgData name="Saket Jonwal" userId="e987aff2cc526e99" providerId="LiveId" clId="{E7F24A9B-30E1-403B-835C-32C2FE2C0384}" dt="2026-03-15T08:05:50.157" v="126" actId="1076"/>
          <ac:spMkLst>
            <pc:docMk/>
            <pc:sldMk cId="1384310853" sldId="323"/>
            <ac:spMk id="2" creationId="{39A4E32D-2C9B-570B-94E9-2FBC20D3CDBC}"/>
          </ac:spMkLst>
        </pc:spChg>
        <pc:spChg chg="mod">
          <ac:chgData name="Saket Jonwal" userId="e987aff2cc526e99" providerId="LiveId" clId="{E7F24A9B-30E1-403B-835C-32C2FE2C0384}" dt="2026-03-16T10:21:03.819" v="1711" actId="1076"/>
          <ac:spMkLst>
            <pc:docMk/>
            <pc:sldMk cId="1384310853" sldId="323"/>
            <ac:spMk id="3" creationId="{63F002A8-A49E-1E2B-DD6C-4D3E671DDE8E}"/>
          </ac:spMkLst>
        </pc:spChg>
      </pc:sldChg>
      <pc:sldChg chg="addSp delSp modSp new mod">
        <pc:chgData name="Saket Jonwal" userId="e987aff2cc526e99" providerId="LiveId" clId="{E7F24A9B-30E1-403B-835C-32C2FE2C0384}" dt="2026-03-15T18:07:01.655" v="1690" actId="27636"/>
        <pc:sldMkLst>
          <pc:docMk/>
          <pc:sldMk cId="819203550" sldId="324"/>
        </pc:sldMkLst>
        <pc:spChg chg="mod">
          <ac:chgData name="Saket Jonwal" userId="e987aff2cc526e99" providerId="LiveId" clId="{E7F24A9B-30E1-403B-835C-32C2FE2C0384}" dt="2026-03-15T16:28:19.374" v="847" actId="5793"/>
          <ac:spMkLst>
            <pc:docMk/>
            <pc:sldMk cId="819203550" sldId="324"/>
            <ac:spMk id="2" creationId="{933D57E8-872E-5C1E-8ECD-6AC62711D2BD}"/>
          </ac:spMkLst>
        </pc:spChg>
        <pc:spChg chg="mod">
          <ac:chgData name="Saket Jonwal" userId="e987aff2cc526e99" providerId="LiveId" clId="{E7F24A9B-30E1-403B-835C-32C2FE2C0384}" dt="2026-03-15T18:07:01.655" v="1690" actId="27636"/>
          <ac:spMkLst>
            <pc:docMk/>
            <pc:sldMk cId="819203550" sldId="324"/>
            <ac:spMk id="3" creationId="{7976DB82-E2A2-E2E8-9299-2A9F66ACD538}"/>
          </ac:spMkLst>
        </pc:spChg>
      </pc:sldChg>
      <pc:sldChg chg="modSp new mod">
        <pc:chgData name="Saket Jonwal" userId="e987aff2cc526e99" providerId="LiveId" clId="{E7F24A9B-30E1-403B-835C-32C2FE2C0384}" dt="2026-03-16T10:50:34.931" v="1757" actId="27636"/>
        <pc:sldMkLst>
          <pc:docMk/>
          <pc:sldMk cId="3765365317" sldId="325"/>
        </pc:sldMkLst>
        <pc:spChg chg="mod">
          <ac:chgData name="Saket Jonwal" userId="e987aff2cc526e99" providerId="LiveId" clId="{E7F24A9B-30E1-403B-835C-32C2FE2C0384}" dt="2026-03-15T16:30:39.038" v="892" actId="5793"/>
          <ac:spMkLst>
            <pc:docMk/>
            <pc:sldMk cId="3765365317" sldId="325"/>
            <ac:spMk id="2" creationId="{5E2FAEC4-0D9A-75D3-63E5-DD66D1DC2AC0}"/>
          </ac:spMkLst>
        </pc:spChg>
        <pc:spChg chg="mod">
          <ac:chgData name="Saket Jonwal" userId="e987aff2cc526e99" providerId="LiveId" clId="{E7F24A9B-30E1-403B-835C-32C2FE2C0384}" dt="2026-03-16T10:50:34.931" v="1757" actId="27636"/>
          <ac:spMkLst>
            <pc:docMk/>
            <pc:sldMk cId="3765365317" sldId="325"/>
            <ac:spMk id="3" creationId="{5C400D11-DBF1-F5CA-B33C-95C0C2F902E1}"/>
          </ac:spMkLst>
        </pc:spChg>
      </pc:sldChg>
      <pc:sldChg chg="modSp mod">
        <pc:chgData name="Saket Jonwal" userId="e987aff2cc526e99" providerId="LiveId" clId="{E7F24A9B-30E1-403B-835C-32C2FE2C0384}" dt="2026-03-15T17:15:29.970" v="1046" actId="207"/>
        <pc:sldMkLst>
          <pc:docMk/>
          <pc:sldMk cId="2294295639" sldId="326"/>
        </pc:sldMkLst>
        <pc:spChg chg="mod">
          <ac:chgData name="Saket Jonwal" userId="e987aff2cc526e99" providerId="LiveId" clId="{E7F24A9B-30E1-403B-835C-32C2FE2C0384}" dt="2026-03-15T17:15:29.970" v="1046" actId="207"/>
          <ac:spMkLst>
            <pc:docMk/>
            <pc:sldMk cId="2294295639" sldId="326"/>
            <ac:spMk id="2" creationId="{D8FC53BF-0DDF-506F-E37B-59D8AFEE0A07}"/>
          </ac:spMkLst>
        </pc:spChg>
        <pc:spChg chg="mod">
          <ac:chgData name="Saket Jonwal" userId="e987aff2cc526e99" providerId="LiveId" clId="{E7F24A9B-30E1-403B-835C-32C2FE2C0384}" dt="2026-03-15T17:15:20.378" v="1045" actId="207"/>
          <ac:spMkLst>
            <pc:docMk/>
            <pc:sldMk cId="2294295639" sldId="326"/>
            <ac:spMk id="3" creationId="{FFC55ADF-3F2B-BC09-BA1A-45082DD6DE24}"/>
          </ac:spMkLst>
        </pc:spChg>
      </pc:sldChg>
      <pc:sldChg chg="modSp new mod">
        <pc:chgData name="Saket Jonwal" userId="e987aff2cc526e99" providerId="LiveId" clId="{E7F24A9B-30E1-403B-835C-32C2FE2C0384}" dt="2026-03-15T17:23:28.700" v="1204"/>
        <pc:sldMkLst>
          <pc:docMk/>
          <pc:sldMk cId="4073764641" sldId="336"/>
        </pc:sldMkLst>
        <pc:spChg chg="mod">
          <ac:chgData name="Saket Jonwal" userId="e987aff2cc526e99" providerId="LiveId" clId="{E7F24A9B-30E1-403B-835C-32C2FE2C0384}" dt="2026-03-15T17:23:28.700" v="1204"/>
          <ac:spMkLst>
            <pc:docMk/>
            <pc:sldMk cId="4073764641" sldId="336"/>
            <ac:spMk id="2" creationId="{25762C31-A761-6082-FEFE-2CF76F9B5180}"/>
          </ac:spMkLst>
        </pc:spChg>
        <pc:spChg chg="mod">
          <ac:chgData name="Saket Jonwal" userId="e987aff2cc526e99" providerId="LiveId" clId="{E7F24A9B-30E1-403B-835C-32C2FE2C0384}" dt="2026-03-15T17:22:46.500" v="1186" actId="27636"/>
          <ac:spMkLst>
            <pc:docMk/>
            <pc:sldMk cId="4073764641" sldId="336"/>
            <ac:spMk id="3" creationId="{924B2D89-C5B4-B33A-3EA1-58D08FDEA51B}"/>
          </ac:spMkLst>
        </pc:spChg>
        <pc:spChg chg="mod">
          <ac:chgData name="Saket Jonwal" userId="e987aff2cc526e99" providerId="LiveId" clId="{E7F24A9B-30E1-403B-835C-32C2FE2C0384}" dt="2026-03-15T17:23:09.471" v="1201"/>
          <ac:spMkLst>
            <pc:docMk/>
            <pc:sldMk cId="4073764641" sldId="336"/>
            <ac:spMk id="4" creationId="{668ED626-66B4-6FCB-2440-B584E1D00EAE}"/>
          </ac:spMkLst>
        </pc:spChg>
      </pc:sldChg>
      <pc:sldChg chg="addSp modSp new mod">
        <pc:chgData name="Saket Jonwal" userId="e987aff2cc526e99" providerId="LiveId" clId="{E7F24A9B-30E1-403B-835C-32C2FE2C0384}" dt="2026-03-15T17:35:53.909" v="1496" actId="20577"/>
        <pc:sldMkLst>
          <pc:docMk/>
          <pc:sldMk cId="147593348" sldId="339"/>
        </pc:sldMkLst>
        <pc:spChg chg="mod">
          <ac:chgData name="Saket Jonwal" userId="e987aff2cc526e99" providerId="LiveId" clId="{E7F24A9B-30E1-403B-835C-32C2FE2C0384}" dt="2026-03-15T17:31:40.281" v="1347"/>
          <ac:spMkLst>
            <pc:docMk/>
            <pc:sldMk cId="147593348" sldId="339"/>
            <ac:spMk id="2" creationId="{80ADF56B-E326-E1D4-86CC-2F4C80A05F2F}"/>
          </ac:spMkLst>
        </pc:spChg>
        <pc:spChg chg="mod">
          <ac:chgData name="Saket Jonwal" userId="e987aff2cc526e99" providerId="LiveId" clId="{E7F24A9B-30E1-403B-835C-32C2FE2C0384}" dt="2026-03-15T17:34:35.931" v="1398" actId="1076"/>
          <ac:spMkLst>
            <pc:docMk/>
            <pc:sldMk cId="147593348" sldId="339"/>
            <ac:spMk id="3" creationId="{11998EBE-FACB-5B19-31C0-8A4D2E618A70}"/>
          </ac:spMkLst>
        </pc:spChg>
        <pc:spChg chg="mod">
          <ac:chgData name="Saket Jonwal" userId="e987aff2cc526e99" providerId="LiveId" clId="{E7F24A9B-30E1-403B-835C-32C2FE2C0384}" dt="2026-03-15T17:34:40.119" v="1399" actId="1076"/>
          <ac:spMkLst>
            <pc:docMk/>
            <pc:sldMk cId="147593348" sldId="339"/>
            <ac:spMk id="4" creationId="{5C7A1A35-B5B5-3C2B-061C-13DD1EF2D2CD}"/>
          </ac:spMkLst>
        </pc:spChg>
        <pc:spChg chg="add mod">
          <ac:chgData name="Saket Jonwal" userId="e987aff2cc526e99" providerId="LiveId" clId="{E7F24A9B-30E1-403B-835C-32C2FE2C0384}" dt="2026-03-15T17:35:53.909" v="1496" actId="20577"/>
          <ac:spMkLst>
            <pc:docMk/>
            <pc:sldMk cId="147593348" sldId="339"/>
            <ac:spMk id="5" creationId="{BFFC5F04-5602-0276-C04D-C15C378D4089}"/>
          </ac:spMkLst>
        </pc:spChg>
      </pc:sldChg>
      <pc:sldChg chg="addSp delSp modSp new mod">
        <pc:chgData name="Saket Jonwal" userId="e987aff2cc526e99" providerId="LiveId" clId="{E7F24A9B-30E1-403B-835C-32C2FE2C0384}" dt="2026-03-15T17:39:30.783" v="1553" actId="20577"/>
        <pc:sldMkLst>
          <pc:docMk/>
          <pc:sldMk cId="2161827056" sldId="340"/>
        </pc:sldMkLst>
        <pc:spChg chg="mod">
          <ac:chgData name="Saket Jonwal" userId="e987aff2cc526e99" providerId="LiveId" clId="{E7F24A9B-30E1-403B-835C-32C2FE2C0384}" dt="2026-03-15T17:37:15.165" v="1510"/>
          <ac:spMkLst>
            <pc:docMk/>
            <pc:sldMk cId="2161827056" sldId="340"/>
            <ac:spMk id="2" creationId="{B93DD3C0-DAD3-0F64-05AB-21F37688C38A}"/>
          </ac:spMkLst>
        </pc:spChg>
        <pc:spChg chg="add mod">
          <ac:chgData name="Saket Jonwal" userId="e987aff2cc526e99" providerId="LiveId" clId="{E7F24A9B-30E1-403B-835C-32C2FE2C0384}" dt="2026-03-15T17:38:05.403" v="1521"/>
          <ac:spMkLst>
            <pc:docMk/>
            <pc:sldMk cId="2161827056" sldId="340"/>
            <ac:spMk id="6" creationId="{34C96FDA-E5F0-617F-C2F1-B9A3FCF16D12}"/>
          </ac:spMkLst>
        </pc:spChg>
        <pc:spChg chg="add mod">
          <ac:chgData name="Saket Jonwal" userId="e987aff2cc526e99" providerId="LiveId" clId="{E7F24A9B-30E1-403B-835C-32C2FE2C0384}" dt="2026-03-15T17:38:49.179" v="1533" actId="14100"/>
          <ac:spMkLst>
            <pc:docMk/>
            <pc:sldMk cId="2161827056" sldId="340"/>
            <ac:spMk id="8" creationId="{D67634AD-179C-D95F-C137-779983BFA5B1}"/>
          </ac:spMkLst>
        </pc:spChg>
        <pc:spChg chg="add mod">
          <ac:chgData name="Saket Jonwal" userId="e987aff2cc526e99" providerId="LiveId" clId="{E7F24A9B-30E1-403B-835C-32C2FE2C0384}" dt="2026-03-15T17:39:30.783" v="1553" actId="20577"/>
          <ac:spMkLst>
            <pc:docMk/>
            <pc:sldMk cId="2161827056" sldId="340"/>
            <ac:spMk id="10" creationId="{71A116F9-F69A-A0F0-6207-FD6E231FC785}"/>
          </ac:spMkLst>
        </pc:spChg>
        <pc:graphicFrameChg chg="add mod ord modGraphic">
          <ac:chgData name="Saket Jonwal" userId="e987aff2cc526e99" providerId="LiveId" clId="{E7F24A9B-30E1-403B-835C-32C2FE2C0384}" dt="2026-03-15T17:37:20.269" v="1511" actId="1076"/>
          <ac:graphicFrameMkLst>
            <pc:docMk/>
            <pc:sldMk cId="2161827056" sldId="340"/>
            <ac:graphicFrameMk id="4" creationId="{BE86CBE6-FF27-C446-9F7C-DE228A32EC1B}"/>
          </ac:graphicFrameMkLst>
        </pc:graphicFrameChg>
      </pc:sldChg>
      <pc:sldChg chg="addSp modSp new mod">
        <pc:chgData name="Saket Jonwal" userId="e987aff2cc526e99" providerId="LiveId" clId="{E7F24A9B-30E1-403B-835C-32C2FE2C0384}" dt="2026-03-15T17:43:18.047" v="1661" actId="1076"/>
        <pc:sldMkLst>
          <pc:docMk/>
          <pc:sldMk cId="3835511" sldId="341"/>
        </pc:sldMkLst>
        <pc:spChg chg="mod">
          <ac:chgData name="Saket Jonwal" userId="e987aff2cc526e99" providerId="LiveId" clId="{E7F24A9B-30E1-403B-835C-32C2FE2C0384}" dt="2026-03-15T17:40:03.784" v="1559"/>
          <ac:spMkLst>
            <pc:docMk/>
            <pc:sldMk cId="3835511" sldId="341"/>
            <ac:spMk id="2" creationId="{F110D832-F65F-530D-295C-771C4563AB03}"/>
          </ac:spMkLst>
        </pc:spChg>
        <pc:spChg chg="mod">
          <ac:chgData name="Saket Jonwal" userId="e987aff2cc526e99" providerId="LiveId" clId="{E7F24A9B-30E1-403B-835C-32C2FE2C0384}" dt="2026-03-15T17:42:46.230" v="1654" actId="1076"/>
          <ac:spMkLst>
            <pc:docMk/>
            <pc:sldMk cId="3835511" sldId="341"/>
            <ac:spMk id="3" creationId="{65B86C7A-FFAE-02E9-D352-FD64934BAD6D}"/>
          </ac:spMkLst>
        </pc:spChg>
        <pc:spChg chg="mod">
          <ac:chgData name="Saket Jonwal" userId="e987aff2cc526e99" providerId="LiveId" clId="{E7F24A9B-30E1-403B-835C-32C2FE2C0384}" dt="2026-03-15T17:42:51.115" v="1655" actId="1076"/>
          <ac:spMkLst>
            <pc:docMk/>
            <pc:sldMk cId="3835511" sldId="341"/>
            <ac:spMk id="4" creationId="{551F3AF4-C181-79F5-C150-502D3C65B41B}"/>
          </ac:spMkLst>
        </pc:spChg>
        <pc:spChg chg="add mod">
          <ac:chgData name="Saket Jonwal" userId="e987aff2cc526e99" providerId="LiveId" clId="{E7F24A9B-30E1-403B-835C-32C2FE2C0384}" dt="2026-03-15T17:43:18.047" v="1661" actId="1076"/>
          <ac:spMkLst>
            <pc:docMk/>
            <pc:sldMk cId="3835511" sldId="341"/>
            <ac:spMk id="6" creationId="{9B238331-A566-E398-443D-67F0B952A531}"/>
          </ac:spMkLst>
        </pc:spChg>
      </pc:sldChg>
      <pc:sldChg chg="delSp modSp new mod ord">
        <pc:chgData name="Saket Jonwal" userId="e987aff2cc526e99" providerId="LiveId" clId="{E7F24A9B-30E1-403B-835C-32C2FE2C0384}" dt="2026-03-15T17:53:58.772" v="1683"/>
        <pc:sldMkLst>
          <pc:docMk/>
          <pc:sldMk cId="2599351705" sldId="342"/>
        </pc:sldMkLst>
        <pc:spChg chg="mod">
          <ac:chgData name="Saket Jonwal" userId="e987aff2cc526e99" providerId="LiveId" clId="{E7F24A9B-30E1-403B-835C-32C2FE2C0384}" dt="2026-03-15T17:53:49.443" v="1681" actId="1076"/>
          <ac:spMkLst>
            <pc:docMk/>
            <pc:sldMk cId="2599351705" sldId="342"/>
            <ac:spMk id="2" creationId="{26AA5671-E7AF-EA3A-2B6C-56214DD5081B}"/>
          </ac:spMkLst>
        </pc:spChg>
      </pc:sldChg>
    </pc:docChg>
  </pc:docChgLst>
  <pc:docChgLst>
    <pc:chgData name="Guest User" providerId="Windows Live" clId="Web-{8EF4A897-CD00-389D-6CF9-7D2A69C7430F}"/>
    <pc:docChg chg="addSld delSld modSld">
      <pc:chgData name="Guest User" userId="" providerId="Windows Live" clId="Web-{8EF4A897-CD00-389D-6CF9-7D2A69C7430F}" dt="2026-03-16T11:16:39.348" v="15" actId="20577"/>
      <pc:docMkLst>
        <pc:docMk/>
      </pc:docMkLst>
      <pc:sldChg chg="modSp">
        <pc:chgData name="Guest User" userId="" providerId="Windows Live" clId="Web-{8EF4A897-CD00-389D-6CF9-7D2A69C7430F}" dt="2026-03-16T11:16:04.050" v="11" actId="20577"/>
        <pc:sldMkLst>
          <pc:docMk/>
          <pc:sldMk cId="1384310853" sldId="323"/>
        </pc:sldMkLst>
        <pc:spChg chg="mod">
          <ac:chgData name="Guest User" userId="" providerId="Windows Live" clId="Web-{8EF4A897-CD00-389D-6CF9-7D2A69C7430F}" dt="2026-03-16T11:16:04.050" v="11" actId="20577"/>
          <ac:spMkLst>
            <pc:docMk/>
            <pc:sldMk cId="1384310853" sldId="323"/>
            <ac:spMk id="3" creationId="{63F002A8-A49E-1E2B-DD6C-4D3E671DDE8E}"/>
          </ac:spMkLst>
        </pc:spChg>
      </pc:sldChg>
      <pc:sldChg chg="modSp new">
        <pc:chgData name="Guest User" userId="" providerId="Windows Live" clId="Web-{8EF4A897-CD00-389D-6CF9-7D2A69C7430F}" dt="2026-03-16T11:16:39.348" v="15" actId="20577"/>
        <pc:sldMkLst>
          <pc:docMk/>
          <pc:sldMk cId="363093842" sldId="343"/>
        </pc:sldMkLst>
        <pc:spChg chg="mod">
          <ac:chgData name="Guest User" userId="" providerId="Windows Live" clId="Web-{8EF4A897-CD00-389D-6CF9-7D2A69C7430F}" dt="2026-03-16T11:16:39.348" v="15" actId="20577"/>
          <ac:spMkLst>
            <pc:docMk/>
            <pc:sldMk cId="363093842" sldId="343"/>
            <ac:spMk id="3" creationId="{24EB0C14-1BA5-B18B-51ED-E10D5A131A96}"/>
          </ac:spMkLst>
        </pc:spChg>
      </pc:sldChg>
      <pc:sldChg chg="new del">
        <pc:chgData name="Guest User" userId="" providerId="Windows Live" clId="Web-{8EF4A897-CD00-389D-6CF9-7D2A69C7430F}" dt="2026-03-16T11:16:00.894" v="7"/>
        <pc:sldMkLst>
          <pc:docMk/>
          <pc:sldMk cId="3071104538" sldId="34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054FE-E8BC-44FE-9823-17A4594BF7EE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3915-9729-4A08-8B26-1AB0D70A27F3}" type="datetime1">
              <a:rPr lang="en-US" smtClean="0"/>
              <a:t>3/17/2026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6EFED-0A9C-401C-8228-C2E101304460}" type="datetime1">
              <a:rPr lang="en-US" smtClean="0"/>
              <a:t>3/17/2026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AC8CC-486A-4A2C-A232-263AE7F6D4B7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A0E16-4E8B-4504-9C09-E4D40BE41A3D}" type="datetime1">
              <a:rPr lang="en-US" smtClean="0"/>
              <a:t>3/17/2026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4F93A9-21BD-49DE-89F8-A4EF6E062732}" type="datetime1">
              <a:rPr lang="en-US" smtClean="0"/>
              <a:t>3/17/2026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C4BBC-3292-4539-B195-C269D466823E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61DF-8FA9-4EBE-8C9C-EFDB3F9A9C9F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2C88827-435C-48A4-92B5-AF677E7DAF11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0AyL6bArZ2kjxkyHl5krHhYheAy40hMO?usp=drive_link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F88E0-2D6B-F23C-2693-9D5F1C9F5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471F8-55B2-3E4C-9B73-C3DB1A893BE2}"/>
              </a:ext>
            </a:extLst>
          </p:cNvPr>
          <p:cNvSpPr txBox="1"/>
          <p:nvPr/>
        </p:nvSpPr>
        <p:spPr>
          <a:xfrm>
            <a:off x="1534668" y="2057906"/>
            <a:ext cx="102321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LNP Manufacturing and Process     </a:t>
            </a:r>
          </a:p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Simulation</a:t>
            </a:r>
            <a:endParaRPr lang="en-IN" sz="5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EED14-BB8F-2B6E-573E-BB01F0454DD1}"/>
              </a:ext>
            </a:extLst>
          </p:cNvPr>
          <p:cNvSpPr txBox="1"/>
          <p:nvPr/>
        </p:nvSpPr>
        <p:spPr>
          <a:xfrm>
            <a:off x="5128260" y="1873240"/>
            <a:ext cx="5961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CL 299 presentation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1E313D-7B1D-B6B4-4094-4008CCCEEF2A}"/>
              </a:ext>
            </a:extLst>
          </p:cNvPr>
          <p:cNvSpPr txBox="1"/>
          <p:nvPr/>
        </p:nvSpPr>
        <p:spPr>
          <a:xfrm>
            <a:off x="7915656" y="4322064"/>
            <a:ext cx="4526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Prof. Kaustubh S. Rane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Chemical Engineering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438E97-A9BD-C4C8-D872-0F9A95D67111}"/>
              </a:ext>
            </a:extLst>
          </p:cNvPr>
          <p:cNvSpPr txBox="1"/>
          <p:nvPr/>
        </p:nvSpPr>
        <p:spPr>
          <a:xfrm>
            <a:off x="911352" y="4322064"/>
            <a:ext cx="3849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Rhythem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Soni 24110296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Aman Bola 24110032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Saket Jonwal 24110311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364D75EF-2CC9-7EEB-1DBE-EA0605B26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757" y="415335"/>
            <a:ext cx="1388102" cy="138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4F0C140A-20AD-69BF-589F-D2CDF172898F}"/>
              </a:ext>
            </a:extLst>
          </p:cNvPr>
          <p:cNvSpPr txBox="1">
            <a:spLocks/>
          </p:cNvSpPr>
          <p:nvPr/>
        </p:nvSpPr>
        <p:spPr>
          <a:xfrm>
            <a:off x="10817711" y="64420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0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DFB3F-3C05-54FA-89F4-F2C9B7BA0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Energy Balance</a:t>
            </a:r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964D1B3-FAF4-07E0-ED1B-ABC21C20B4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2801471"/>
              </p:ext>
            </p:extLst>
          </p:nvPr>
        </p:nvGraphicFramePr>
        <p:xfrm>
          <a:off x="8918864" y="406977"/>
          <a:ext cx="2718345" cy="3404223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718345">
                  <a:extLst>
                    <a:ext uri="{9D8B030D-6E8A-4147-A177-3AD203B41FA5}">
                      <a16:colId xmlns:a16="http://schemas.microsoft.com/office/drawing/2014/main" val="767126441"/>
                    </a:ext>
                  </a:extLst>
                </a:gridCol>
              </a:tblGrid>
              <a:tr h="113474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175590"/>
                  </a:ext>
                </a:extLst>
              </a:tr>
              <a:tr h="113474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564306"/>
                  </a:ext>
                </a:extLst>
              </a:tr>
              <a:tr h="113474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54118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B3CE15-5E5F-85B1-F26F-8B246DA4E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942086"/>
              </p:ext>
            </p:extLst>
          </p:nvPr>
        </p:nvGraphicFramePr>
        <p:xfrm>
          <a:off x="1298863" y="2000249"/>
          <a:ext cx="8168640" cy="184912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3785755651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379904909"/>
                    </a:ext>
                  </a:extLst>
                </a:gridCol>
              </a:tblGrid>
              <a:tr h="3645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Typical Lab Power Range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6971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Syringe pump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5–20 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74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Magnetic stirrer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5–15 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28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Peristaltic pump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20–60 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8055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TFF circulation pump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80–120 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41966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5FF1C58-0919-87CB-439A-0BA229082A97}"/>
              </a:ext>
            </a:extLst>
          </p:cNvPr>
          <p:cNvSpPr txBox="1"/>
          <p:nvPr/>
        </p:nvSpPr>
        <p:spPr>
          <a:xfrm>
            <a:off x="1329052" y="4057726"/>
            <a:ext cx="795079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+mn-lt"/>
                <a:cs typeface="+mn-lt"/>
              </a:rPr>
              <a:t>Ptotal</a:t>
            </a:r>
            <a:r>
              <a:rPr lang="en-US">
                <a:ea typeface="+mn-lt"/>
                <a:cs typeface="+mn-lt"/>
              </a:rPr>
              <a:t> = </a:t>
            </a:r>
            <a:r>
              <a:rPr lang="en-US" b="1">
                <a:ea typeface="+mn-lt"/>
                <a:cs typeface="+mn-lt"/>
              </a:rPr>
              <a:t>200 W</a:t>
            </a:r>
          </a:p>
          <a:p>
            <a:r>
              <a:rPr lang="en-US">
                <a:ea typeface="+mn-lt"/>
                <a:cs typeface="+mn-lt"/>
              </a:rPr>
              <a:t>Energy consumption of the system is calculated using the equation: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                                        E = P × t</a:t>
            </a:r>
          </a:p>
          <a:p>
            <a:r>
              <a:rPr lang="en-US">
                <a:ea typeface="+mn-lt"/>
                <a:cs typeface="+mn-lt"/>
              </a:rPr>
              <a:t>E = 0.22 kWh</a:t>
            </a:r>
          </a:p>
          <a:p>
            <a:endParaRPr lang="en-US">
              <a:ea typeface="+mn-lt"/>
              <a:cs typeface="+mn-lt"/>
            </a:endParaRPr>
          </a:p>
          <a:p>
            <a:endParaRPr lang="en-US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19198-7C50-1005-1CCD-2F9D7C7A0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2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C53BF-0DDF-506F-E37B-59D8AFEE0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Calibri"/>
                <a:cs typeface="Times New Roman"/>
              </a:rPr>
              <a:t>What is in the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5ADF-3F2B-BC09-BA1A-45082DD6D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Calibri" pitchFamily="34" charset="-122"/>
                <a:cs typeface="Times New Roman"/>
              </a:rPr>
              <a:t>A Python-based simulator that takes feed compositions and flow rates as input and automatically calculates every stream in the process — including TFF splits and ethanol removal.</a:t>
            </a:r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B5B7A-6A3F-A209-CB60-3F07DE745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9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2C31-A761-6082-FEFE-2CF76F9B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Calibri"/>
                <a:cs typeface="Times New Roman"/>
              </a:rPr>
              <a:t>What You Input in the Code</a:t>
            </a:r>
            <a:br>
              <a:rPr lang="en-US">
                <a:latin typeface="Times New Roman"/>
                <a:cs typeface="Times New Roman"/>
              </a:rPr>
            </a:br>
            <a:endParaRPr lang="en-IN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B2D89-C5B4-B33A-3EA1-58D08FDEA5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0" y="1712258"/>
            <a:ext cx="4572000" cy="414528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b="1">
                <a:latin typeface="Times New Roman"/>
                <a:ea typeface="Calibri"/>
                <a:cs typeface="Times New Roman"/>
              </a:rPr>
              <a:t>Molar Ratios — Organic Phase</a:t>
            </a:r>
            <a:br>
              <a:rPr lang="en-IN" b="1">
                <a:latin typeface="Times New Roman"/>
                <a:ea typeface="Calibri" pitchFamily="34" charset="-122"/>
                <a:cs typeface="Times New Roman"/>
              </a:rPr>
            </a:br>
            <a:r>
              <a:rPr lang="en-US">
                <a:latin typeface="Times New Roman"/>
                <a:ea typeface="Calibri"/>
                <a:cs typeface="Times New Roman"/>
              </a:rPr>
              <a:t>Ionizable Lipid </a:t>
            </a:r>
            <a:br>
              <a:rPr lang="en-US">
                <a:latin typeface="Times New Roman"/>
                <a:cs typeface="Times New Roman"/>
              </a:rPr>
            </a:br>
            <a:r>
              <a:rPr lang="en-US">
                <a:latin typeface="Times New Roman"/>
                <a:ea typeface="Calibri"/>
                <a:cs typeface="Times New Roman"/>
              </a:rPr>
              <a:t>Helper Lipid Cholesterol</a:t>
            </a:r>
            <a:br>
              <a:rPr lang="en-US">
                <a:latin typeface="Times New Roman"/>
                <a:cs typeface="Times New Roman"/>
              </a:rPr>
            </a:br>
            <a:r>
              <a:rPr lang="en-US">
                <a:latin typeface="Times New Roman"/>
                <a:ea typeface="Calibri"/>
                <a:cs typeface="Times New Roman"/>
              </a:rPr>
              <a:t>PEG Lipid  </a:t>
            </a:r>
            <a:br>
              <a:rPr lang="en-US">
                <a:latin typeface="Times New Roman"/>
                <a:ea typeface="Calibri"/>
                <a:cs typeface="Times New Roman"/>
              </a:rPr>
            </a:br>
            <a:r>
              <a:rPr lang="en-US">
                <a:latin typeface="Times New Roman"/>
                <a:ea typeface="Calibri"/>
                <a:cs typeface="Times New Roman"/>
              </a:rPr>
              <a:t>Cholesterol</a:t>
            </a:r>
            <a:br>
              <a:rPr lang="en-US">
                <a:latin typeface="Times New Roman"/>
                <a:ea typeface="Calibri"/>
                <a:cs typeface="Times New Roman"/>
              </a:rPr>
            </a:br>
            <a:r>
              <a:rPr lang="en-US" i="1">
                <a:latin typeface="Times New Roman"/>
                <a:ea typeface="Calibri"/>
                <a:cs typeface="Times New Roman"/>
              </a:rPr>
              <a:t>Ratios converted to </a:t>
            </a:r>
            <a:r>
              <a:rPr lang="en-US" i="1" err="1">
                <a:latin typeface="Times New Roman"/>
                <a:ea typeface="Calibri"/>
                <a:cs typeface="Times New Roman"/>
              </a:rPr>
              <a:t>wt</a:t>
            </a:r>
            <a:r>
              <a:rPr lang="en-US" i="1">
                <a:latin typeface="Times New Roman"/>
                <a:ea typeface="Calibri"/>
                <a:cs typeface="Times New Roman"/>
              </a:rPr>
              <a:t>% using MW of each component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b="1">
                <a:latin typeface="Times New Roman"/>
                <a:ea typeface="Calibri"/>
                <a:cs typeface="Times New Roman"/>
              </a:rPr>
              <a:t>Molar Ratios — Aqueous Phase</a:t>
            </a:r>
            <a:br>
              <a:rPr lang="en-US" b="1">
                <a:latin typeface="Times New Roman"/>
                <a:ea typeface="Calibri" pitchFamily="34" charset="-122"/>
                <a:cs typeface="Times New Roman"/>
              </a:rPr>
            </a:br>
            <a:r>
              <a:rPr lang="en-US">
                <a:latin typeface="Times New Roman"/>
                <a:ea typeface="Calibri"/>
                <a:cs typeface="Times New Roman"/>
              </a:rPr>
              <a:t>mRNA  </a:t>
            </a:r>
            <a:br>
              <a:rPr lang="en-US">
                <a:latin typeface="Times New Roman"/>
                <a:ea typeface="Calibri"/>
                <a:cs typeface="Times New Roman"/>
              </a:rPr>
            </a:br>
            <a:r>
              <a:rPr lang="en-US">
                <a:latin typeface="Times New Roman"/>
                <a:ea typeface="Calibri"/>
                <a:cs typeface="Times New Roman"/>
              </a:rPr>
              <a:t>Buffer</a:t>
            </a:r>
            <a:br>
              <a:rPr lang="en-US">
                <a:latin typeface="Times New Roman"/>
                <a:ea typeface="Calibri"/>
                <a:cs typeface="Times New Roman"/>
              </a:rPr>
            </a:br>
            <a:r>
              <a:rPr lang="en-US" i="1">
                <a:latin typeface="Times New Roman"/>
                <a:ea typeface="Calibri"/>
                <a:cs typeface="Times New Roman"/>
              </a:rPr>
              <a:t>Absolute concentrations set separately as mg/mL inputs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b="1">
                <a:latin typeface="Times New Roman"/>
                <a:ea typeface="Calibri"/>
                <a:cs typeface="Times New Roman"/>
              </a:rPr>
              <a:t>Feed Flow Rates</a:t>
            </a:r>
            <a:br>
              <a:rPr lang="en-US" b="1">
                <a:latin typeface="Times New Roman"/>
                <a:ea typeface="Calibri" pitchFamily="34" charset="-122"/>
                <a:cs typeface="Times New Roman"/>
              </a:rPr>
            </a:br>
            <a:r>
              <a:rPr lang="en-US">
                <a:latin typeface="Times New Roman"/>
                <a:ea typeface="Calibri"/>
                <a:cs typeface="Times New Roman"/>
              </a:rPr>
              <a:t>Aqueous feed flow  (mL/min)</a:t>
            </a:r>
            <a:br>
              <a:rPr lang="en-US">
                <a:latin typeface="Times New Roman"/>
                <a:ea typeface="Calibri" pitchFamily="34" charset="-122"/>
                <a:cs typeface="Times New Roman"/>
              </a:rPr>
            </a:br>
            <a:r>
              <a:rPr lang="en-US">
                <a:latin typeface="Times New Roman"/>
                <a:ea typeface="Calibri"/>
                <a:cs typeface="Times New Roman"/>
              </a:rPr>
              <a:t>Organic feed flow  (mL/min)</a:t>
            </a:r>
            <a:br>
              <a:rPr lang="en-US">
                <a:latin typeface="Times New Roman"/>
                <a:ea typeface="Calibri" pitchFamily="34" charset="-122"/>
                <a:cs typeface="Times New Roman"/>
              </a:rPr>
            </a:br>
            <a:r>
              <a:rPr lang="en-US" i="1">
                <a:latin typeface="Times New Roman"/>
                <a:ea typeface="Calibri"/>
                <a:cs typeface="Times New Roman"/>
              </a:rPr>
              <a:t>Changing these two values changes every downstream flow automatically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342900" indent="-342900">
              <a:buChar char="•"/>
            </a:pPr>
            <a:endParaRPr lang="en-US">
              <a:latin typeface="Times New Roman"/>
              <a:cs typeface="Times New Roman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>
              <a:latin typeface="Times New Roman"/>
              <a:cs typeface="Times New Roman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>
              <a:latin typeface="Times New Roman"/>
              <a:cs typeface="Times New Roman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>
              <a:latin typeface="Times New Roman"/>
              <a:cs typeface="Times New Roman"/>
            </a:endParaRPr>
          </a:p>
          <a:p>
            <a:pPr marL="342900" indent="-342900">
              <a:buChar char="•"/>
            </a:pPr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ED626-66B4-6FCB-2440-B584E1D00E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b="1">
                <a:latin typeface="Times New Roman"/>
                <a:ea typeface="Calibri"/>
                <a:cs typeface="Times New Roman"/>
              </a:rPr>
              <a:t>Feed Concentrations</a:t>
            </a:r>
            <a:br>
              <a:rPr lang="en-IN" b="1">
                <a:latin typeface="Times New Roman"/>
                <a:ea typeface="Calibri" pitchFamily="34" charset="-122"/>
                <a:cs typeface="Times New Roman"/>
              </a:rPr>
            </a:br>
            <a:r>
              <a:rPr lang="en-US">
                <a:latin typeface="Times New Roman"/>
                <a:ea typeface="Calibri"/>
                <a:cs typeface="Times New Roman"/>
              </a:rPr>
              <a:t>mRNA conc in aqueous feed  (mg/mL)</a:t>
            </a:r>
            <a:br>
              <a:rPr lang="en-US">
                <a:latin typeface="Times New Roman"/>
                <a:cs typeface="Times New Roman"/>
              </a:rPr>
            </a:br>
            <a:r>
              <a:rPr lang="en-US">
                <a:latin typeface="Times New Roman"/>
                <a:ea typeface="Calibri"/>
                <a:cs typeface="Times New Roman"/>
              </a:rPr>
              <a:t>Buffer salt conc  (mg/mL)</a:t>
            </a:r>
            <a:br>
              <a:rPr lang="en-US">
                <a:latin typeface="Times New Roman"/>
                <a:cs typeface="Times New Roman"/>
              </a:rPr>
            </a:br>
            <a:r>
              <a:rPr lang="en-US">
                <a:latin typeface="Times New Roman"/>
                <a:ea typeface="Calibri"/>
                <a:cs typeface="Times New Roman"/>
              </a:rPr>
              <a:t>Total lipid conc in organic feed  (mg/mL)</a:t>
            </a:r>
            <a:br>
              <a:rPr lang="en-US">
                <a:latin typeface="Times New Roman"/>
                <a:ea typeface="Calibri" pitchFamily="34" charset="-122"/>
                <a:cs typeface="Times New Roman"/>
              </a:rPr>
            </a:br>
            <a:endParaRPr lang="en-US">
              <a:latin typeface="Times New Roman"/>
              <a:ea typeface="Calibri"/>
              <a:cs typeface="Times New Roman"/>
            </a:endParaRPr>
          </a:p>
          <a:p>
            <a:pPr marL="342900" indent="-342900">
              <a:buClr>
                <a:srgbClr val="A43F27"/>
              </a:buClr>
              <a:buFont typeface="Arial" pitchFamily="34" charset="0"/>
              <a:buChar char="•"/>
            </a:pPr>
            <a:r>
              <a:rPr lang="en-US" b="1">
                <a:latin typeface="Times New Roman"/>
                <a:ea typeface="Calibri"/>
                <a:cs typeface="Times New Roman"/>
              </a:rPr>
              <a:t>Process Parameters</a:t>
            </a:r>
            <a:br>
              <a:rPr lang="en-US" b="1">
                <a:latin typeface="Times New Roman"/>
                <a:ea typeface="Calibri" pitchFamily="34" charset="-122"/>
                <a:cs typeface="Times New Roman"/>
              </a:rPr>
            </a:br>
            <a:r>
              <a:rPr lang="en-US">
                <a:latin typeface="Times New Roman"/>
                <a:ea typeface="Calibri"/>
                <a:cs typeface="Times New Roman"/>
              </a:rPr>
              <a:t>Encapsulation efficiency  (fraction, e.g. 0.90)</a:t>
            </a:r>
            <a:br>
              <a:rPr lang="en-US">
                <a:latin typeface="Times New Roman"/>
                <a:ea typeface="Calibri" pitchFamily="34" charset="-122"/>
                <a:cs typeface="Times New Roman"/>
              </a:rPr>
            </a:br>
            <a:r>
              <a:rPr lang="en-US">
                <a:latin typeface="Times New Roman"/>
                <a:ea typeface="Calibri"/>
                <a:cs typeface="Times New Roman"/>
              </a:rPr>
              <a:t>Target ethanol vol%  (e.g. 8.0%)</a:t>
            </a:r>
            <a:br>
              <a:rPr lang="en-US">
                <a:latin typeface="Times New Roman"/>
                <a:ea typeface="Calibri" pitchFamily="34" charset="-122"/>
                <a:cs typeface="Times New Roman"/>
              </a:rPr>
            </a:br>
            <a:r>
              <a:rPr lang="en-US">
                <a:latin typeface="Times New Roman"/>
                <a:ea typeface="Calibri"/>
                <a:cs typeface="Times New Roman"/>
              </a:rPr>
              <a:t>TFF Volume Reduction Ratio — VRR</a:t>
            </a:r>
            <a:br>
              <a:rPr lang="en-US">
                <a:latin typeface="Times New Roman"/>
                <a:ea typeface="Calibri" pitchFamily="34" charset="-122"/>
                <a:cs typeface="Times New Roman"/>
              </a:rPr>
            </a:br>
            <a:r>
              <a:rPr lang="en-US" err="1">
                <a:latin typeface="Times New Roman"/>
                <a:ea typeface="Calibri"/>
                <a:cs typeface="Times New Roman"/>
              </a:rPr>
              <a:t>Diavolumes</a:t>
            </a:r>
            <a:r>
              <a:rPr lang="en-US">
                <a:latin typeface="Times New Roman"/>
                <a:ea typeface="Calibri"/>
                <a:cs typeface="Times New Roman"/>
              </a:rPr>
              <a:t> N  (for C = C₀·e⁻ᴺ)</a:t>
            </a:r>
            <a:br>
              <a:rPr lang="en-US">
                <a:latin typeface="Times New Roman"/>
                <a:cs typeface="Times New Roman"/>
              </a:rPr>
            </a:br>
            <a:r>
              <a:rPr lang="en-US">
                <a:latin typeface="Times New Roman"/>
                <a:ea typeface="Calibri"/>
                <a:cs typeface="Times New Roman"/>
              </a:rPr>
              <a:t>LNP retention at membrane</a:t>
            </a:r>
            <a:br>
              <a:rPr lang="en-US">
                <a:latin typeface="Times New Roman"/>
                <a:cs typeface="Times New Roman"/>
              </a:rPr>
            </a:br>
            <a:r>
              <a:rPr lang="en-US">
                <a:latin typeface="Times New Roman"/>
                <a:ea typeface="Calibri"/>
                <a:cs typeface="Times New Roman"/>
              </a:rPr>
              <a:t>Salt sieving coefficient</a:t>
            </a:r>
            <a:br>
              <a:rPr lang="en-US">
                <a:latin typeface="Times New Roman"/>
                <a:cs typeface="Times New Roman"/>
              </a:rPr>
            </a:br>
            <a:r>
              <a:rPr lang="en-US">
                <a:latin typeface="Times New Roman"/>
                <a:ea typeface="Calibri"/>
                <a:cs typeface="Times New Roman"/>
              </a:rPr>
              <a:t>Sterile filter dead volume  (mL)</a:t>
            </a:r>
            <a:br>
              <a:rPr lang="en-US">
                <a:latin typeface="Times New Roman"/>
                <a:ea typeface="Calibri" pitchFamily="34" charset="-122"/>
                <a:cs typeface="Times New Roman"/>
              </a:rPr>
            </a:br>
            <a:r>
              <a:rPr lang="en-US" i="1">
                <a:latin typeface="Times New Roman"/>
                <a:ea typeface="Calibri"/>
                <a:cs typeface="Times New Roman"/>
              </a:rPr>
              <a:t>Process parameters are fixed equipment settings — not changed per run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342900" indent="-342900">
              <a:buChar char="•"/>
            </a:pPr>
            <a:endParaRPr lang="en-US">
              <a:latin typeface="Times New Roman"/>
              <a:cs typeface="Times New Roman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A397F-509C-55BB-F484-F7940C57B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64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DF56B-E326-E1D4-86CC-2F4C80A05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Key Equations Used in the Model</a:t>
            </a:r>
            <a:br>
              <a:rPr lang="en-US">
                <a:solidFill>
                  <a:srgbClr val="C00000"/>
                </a:solidFill>
                <a:latin typeface="Times New Roman"/>
                <a:cs typeface="Times New Roman"/>
              </a:rPr>
            </a:br>
            <a:endParaRPr lang="en-IN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98EBE-FACB-5B19-31C0-8A4D2E618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30808" y="1459991"/>
            <a:ext cx="4572000" cy="381000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Mole Fraction → Mass Fraction</a:t>
            </a:r>
            <a:br>
              <a:rPr lang="en-US" b="1">
                <a:latin typeface="Times New Roman"/>
                <a:ea typeface="Calibri" pitchFamily="34" charset="-122"/>
                <a:cs typeface="Times New Roman"/>
              </a:rPr>
            </a:br>
            <a:r>
              <a:rPr lang="en-US" b="1" err="1">
                <a:solidFill>
                  <a:srgbClr val="000000"/>
                </a:solidFill>
                <a:latin typeface="Times New Roman"/>
                <a:ea typeface="Consolas" pitchFamily="34" charset="-122"/>
                <a:cs typeface="Times New Roman"/>
              </a:rPr>
              <a:t>wf</a:t>
            </a:r>
            <a:r>
              <a:rPr lang="en-US" b="1">
                <a:solidFill>
                  <a:srgbClr val="000000"/>
                </a:solidFill>
                <a:latin typeface="Times New Roman"/>
                <a:ea typeface="Consolas" pitchFamily="34" charset="-122"/>
                <a:cs typeface="Times New Roman"/>
              </a:rPr>
              <a:t>ᵢ = (xᵢ × MWᵢ) / Σ(xⱼ × MWⱼ)</a:t>
            </a:r>
            <a:br>
              <a:rPr lang="en-US" b="1">
                <a:latin typeface="Times New Roman"/>
                <a:ea typeface="Consolas" pitchFamily="34" charset="-122"/>
                <a:cs typeface="Times New Roman"/>
              </a:rPr>
            </a:br>
            <a:endParaRPr lang="en-US" b="1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endParaRPr lang="en-US" b="1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US" b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Diafiltration Ethanol Removal  (C = C₀ · e⁻ᴺ)</a:t>
            </a:r>
            <a:br>
              <a:rPr lang="en-US" b="1">
                <a:latin typeface="Times New Roman"/>
                <a:ea typeface="Calibri" pitchFamily="34" charset="-122"/>
                <a:cs typeface="Times New Roman"/>
              </a:rPr>
            </a:br>
            <a:r>
              <a:rPr lang="en-US" b="1" err="1">
                <a:solidFill>
                  <a:srgbClr val="000000"/>
                </a:solidFill>
                <a:latin typeface="Times New Roman"/>
                <a:ea typeface="Consolas" pitchFamily="34" charset="-122"/>
                <a:cs typeface="Times New Roman"/>
              </a:rPr>
              <a:t>C_ethanol</a:t>
            </a:r>
            <a:r>
              <a:rPr lang="en-US" b="1">
                <a:solidFill>
                  <a:srgbClr val="000000"/>
                </a:solidFill>
                <a:latin typeface="Times New Roman"/>
                <a:ea typeface="Consolas" pitchFamily="34" charset="-122"/>
                <a:cs typeface="Times New Roman"/>
              </a:rPr>
              <a:t> = C₀ × exp(−N)</a:t>
            </a:r>
            <a:br>
              <a:rPr lang="en-US" b="1">
                <a:latin typeface="Times New Roman"/>
                <a:ea typeface="Consolas" pitchFamily="34" charset="-122"/>
                <a:cs typeface="Times New Roman"/>
              </a:rPr>
            </a:b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Standard diafiltration washout equation. N = number of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diavolumes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. N=5 → 99.3% removal. Used in FDA submissions and industry protocols.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IN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A1A35-B5B5-3C2B-061C-13DD1EF2D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584" y="1459991"/>
            <a:ext cx="4572000" cy="38100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Dilution Buffer Calculation</a:t>
            </a:r>
            <a:br>
              <a:rPr lang="en-IN" b="1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</a:br>
            <a:r>
              <a:rPr lang="en-US" b="1" err="1">
                <a:solidFill>
                  <a:srgbClr val="000000"/>
                </a:solidFill>
                <a:latin typeface="Times New Roman"/>
                <a:ea typeface="Consolas" pitchFamily="34" charset="-122"/>
                <a:cs typeface="Times New Roman"/>
              </a:rPr>
              <a:t>V_dil</a:t>
            </a:r>
            <a:r>
              <a:rPr lang="en-US" b="1">
                <a:solidFill>
                  <a:srgbClr val="000000"/>
                </a:solidFill>
                <a:latin typeface="Times New Roman"/>
                <a:ea typeface="Consolas" pitchFamily="34" charset="-122"/>
                <a:cs typeface="Times New Roman"/>
              </a:rPr>
              <a:t> = </a:t>
            </a:r>
            <a:r>
              <a:rPr lang="en-US" b="1" err="1">
                <a:solidFill>
                  <a:srgbClr val="000000"/>
                </a:solidFill>
                <a:latin typeface="Times New Roman"/>
                <a:ea typeface="Consolas" pitchFamily="34" charset="-122"/>
                <a:cs typeface="Times New Roman"/>
              </a:rPr>
              <a:t>V_EtOH</a:t>
            </a:r>
            <a:r>
              <a:rPr lang="en-US" b="1">
                <a:solidFill>
                  <a:srgbClr val="000000"/>
                </a:solidFill>
                <a:latin typeface="Times New Roman"/>
                <a:ea typeface="Consolas" pitchFamily="34" charset="-122"/>
                <a:cs typeface="Times New Roman"/>
              </a:rPr>
              <a:t> / (target% / 100) − V_S12</a:t>
            </a:r>
            <a:br>
              <a:rPr lang="en-US" b="1">
                <a:solidFill>
                  <a:srgbClr val="000000"/>
                </a:solidFill>
                <a:latin typeface="Times New Roman"/>
                <a:ea typeface="Consolas" pitchFamily="34" charset="-122"/>
                <a:cs typeface="Times New Roman"/>
              </a:rPr>
            </a:br>
            <a:r>
              <a:rPr lang="en-US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Back-calculates dilution buffer volume required to reduce ethanol from post-mixer level to target vol%. Adjusts automatically for any FRR.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b="1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Buffer Salt Removal with Sieving Coefficient</a:t>
            </a:r>
            <a:br>
              <a:rPr lang="en-US" b="1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</a:br>
            <a:r>
              <a:rPr lang="en-US" b="1" err="1">
                <a:solidFill>
                  <a:srgbClr val="000000"/>
                </a:solidFill>
                <a:latin typeface="Times New Roman"/>
                <a:ea typeface="Consolas" pitchFamily="34" charset="-122"/>
                <a:cs typeface="Times New Roman"/>
              </a:rPr>
              <a:t>C_salt</a:t>
            </a:r>
            <a:r>
              <a:rPr lang="en-US" b="1">
                <a:solidFill>
                  <a:srgbClr val="000000"/>
                </a:solidFill>
                <a:latin typeface="Times New Roman"/>
                <a:ea typeface="Consolas" pitchFamily="34" charset="-122"/>
                <a:cs typeface="Times New Roman"/>
              </a:rPr>
              <a:t> = C₀ × exp(−σ × N)</a:t>
            </a:r>
            <a:br>
              <a:rPr lang="en-US" b="1">
                <a:solidFill>
                  <a:srgbClr val="000000"/>
                </a:solidFill>
                <a:latin typeface="Times New Roman"/>
                <a:ea typeface="Consolas" pitchFamily="34" charset="-122"/>
                <a:cs typeface="Times New Roman"/>
              </a:rPr>
            </a:br>
            <a:r>
              <a:rPr lang="en-US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Extension of ethanol model. σ (sieving coefficient) = fraction passing per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diavolume</a:t>
            </a:r>
            <a:r>
              <a:rPr lang="en-US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. For 100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kDa</a:t>
            </a:r>
            <a:r>
              <a:rPr lang="en-US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 membrane + small salts, σ ≈ 1.0.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C5F04-5602-0276-C04D-C15C378D4089}"/>
              </a:ext>
            </a:extLst>
          </p:cNvPr>
          <p:cNvSpPr txBox="1"/>
          <p:nvPr/>
        </p:nvSpPr>
        <p:spPr>
          <a:xfrm>
            <a:off x="1057656" y="5178552"/>
            <a:ext cx="1027785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                                                     TFF Volume Reduction Ratio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n-US" b="1">
                <a:solidFill>
                  <a:srgbClr val="000000"/>
                </a:solidFill>
                <a:latin typeface="Times New Roman"/>
                <a:ea typeface="Consolas" pitchFamily="34" charset="-122"/>
                <a:cs typeface="Times New Roman"/>
              </a:rPr>
              <a:t>                      VRR = V_S13 / V_retentate</a:t>
            </a:r>
            <a:endParaRPr lang="en-US">
              <a:solidFill>
                <a:srgbClr val="000000"/>
              </a:solidFill>
              <a:latin typeface="Times New Roman"/>
              <a:ea typeface="Consolas" pitchFamily="34" charset="-122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87805-FCE7-202E-8218-47540457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D3C0-DAD3-0F64-05AB-21F37688C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 (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aq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= 9 mL/min, org = 3 mL/min)</a:t>
            </a:r>
            <a:br>
              <a:rPr lang="en-US"/>
            </a:br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86CBE6-FF27-C446-9F7C-DE228A32EC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1323057"/>
              </p:ext>
            </p:extLst>
          </p:nvPr>
        </p:nvGraphicFramePr>
        <p:xfrm>
          <a:off x="1222248" y="1469136"/>
          <a:ext cx="9601200" cy="37084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1409578253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324443594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75460766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872945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</a:rPr>
                        <a:t>Stream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</a:rPr>
                        <a:t>Flow (mL/min)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</a:rPr>
                        <a:t>Ethanol (vol%)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</a:rPr>
                        <a:t>LNP Mass Flow (mg/min)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946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Aqueous Feed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9.00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2.70  (mRNA)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857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Organic Feed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3.00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98.7%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30.00  (lipids)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915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Crude LNP (S12)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12.00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24.7%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32.70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00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Dilution Buffer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25.02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59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Diluted LNP (S13)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37.02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8.0%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32.70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336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DF Buffer → TFF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37.02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523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TFF Permeate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66.64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~99%→0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1.65  (lost)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946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TFF Retentate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7.40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0.2%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29.28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903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Final Product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7.40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0.2%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29.28</a:t>
                      </a:r>
                      <a:endParaRPr lang="en-US" sz="10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3828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4C96FDA-E5F0-617F-C2F1-B9A3FCF16D12}"/>
              </a:ext>
            </a:extLst>
          </p:cNvPr>
          <p:cNvSpPr txBox="1"/>
          <p:nvPr/>
        </p:nvSpPr>
        <p:spPr>
          <a:xfrm>
            <a:off x="1222248" y="5170424"/>
            <a:ext cx="1547622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lang="en-US" sz="1800">
                <a:latin typeface="Calibri" pitchFamily="34" charset="0"/>
                <a:ea typeface="Calibri" pitchFamily="34" charset="-122"/>
                <a:cs typeface="Calibri" pitchFamily="34" charset="-120"/>
              </a:rPr>
              <a:t>Balance Error</a:t>
            </a:r>
          </a:p>
          <a:p>
            <a:r>
              <a:rPr lang="en-US" b="1">
                <a:latin typeface="Calibri"/>
                <a:ea typeface="Calibri"/>
                <a:cs typeface="Calibri"/>
              </a:rPr>
              <a:t>0%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7634AD-179C-D95F-C137-779983BFA5B1}"/>
              </a:ext>
            </a:extLst>
          </p:cNvPr>
          <p:cNvSpPr txBox="1"/>
          <p:nvPr/>
        </p:nvSpPr>
        <p:spPr>
          <a:xfrm>
            <a:off x="3527298" y="5177536"/>
            <a:ext cx="32026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Encapsulated mRNA Recovery</a:t>
            </a:r>
          </a:p>
          <a:p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89.1%</a:t>
            </a:r>
            <a:endParaRPr lang="en-US"/>
          </a:p>
          <a:p>
            <a:pPr marL="0" indent="0">
              <a:buNone/>
            </a:pPr>
            <a:endParaRPr lang="en-US" sz="1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A116F9-F69A-A0F0-6207-FD6E231FC785}"/>
              </a:ext>
            </a:extLst>
          </p:cNvPr>
          <p:cNvSpPr txBox="1"/>
          <p:nvPr/>
        </p:nvSpPr>
        <p:spPr>
          <a:xfrm>
            <a:off x="7410450" y="5177536"/>
            <a:ext cx="35593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>
                <a:latin typeface="Calibri" pitchFamily="34" charset="0"/>
                <a:ea typeface="Calibri" pitchFamily="34" charset="-122"/>
                <a:cs typeface="Calibri" pitchFamily="34" charset="-120"/>
              </a:rPr>
              <a:t>Ethanol Removed (N=5 </a:t>
            </a:r>
            <a:r>
              <a:rPr lang="en-US" sz="18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diavolumes</a:t>
            </a:r>
            <a:r>
              <a:rPr lang="en-US" sz="180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800" b="1">
                <a:latin typeface="Calibri" pitchFamily="34" charset="0"/>
                <a:ea typeface="Calibri" pitchFamily="34" charset="-122"/>
                <a:cs typeface="Calibri" pitchFamily="34" charset="-120"/>
              </a:rPr>
              <a:t>99.33</a:t>
            </a: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b="1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A9313FA-E9AD-A191-DA41-500B1E75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2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0D832-F65F-530D-295C-771C4563A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Calibri" pitchFamily="34" charset="-122"/>
                <a:cs typeface="Times New Roman"/>
              </a:rPr>
              <a:t>What the Simulator Outputs</a:t>
            </a:r>
            <a:br>
              <a:rPr lang="en-US">
                <a:latin typeface="Times New Roman"/>
                <a:cs typeface="Times New Roman"/>
              </a:rPr>
            </a:br>
            <a:endParaRPr lang="en-IN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86C7A-FFAE-02E9-D352-FD64934BA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0" y="1523999"/>
            <a:ext cx="4572000" cy="3810001"/>
          </a:xfrm>
        </p:spPr>
        <p:txBody>
          <a:bodyPr>
            <a:normAutofit/>
          </a:bodyPr>
          <a:lstStyle/>
          <a:p>
            <a:pPr marL="342900" indent="-342900">
              <a:buChar char="•"/>
            </a:pPr>
            <a:r>
              <a:rPr lang="en-US" sz="18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Calibri" pitchFamily="34" charset="-122"/>
                <a:cs typeface="Times New Roman"/>
              </a:rPr>
              <a:t>Feed Streams</a:t>
            </a:r>
            <a:br>
              <a:rPr lang="en-US" sz="18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Calibri" pitchFamily="34" charset="-122"/>
                <a:cs typeface="Times New Roman"/>
              </a:rPr>
            </a:br>
            <a:r>
              <a:rPr lang="en-US" sz="1800">
                <a:latin typeface="Times New Roman"/>
                <a:ea typeface="Calibri" pitchFamily="34" charset="-122"/>
                <a:cs typeface="Times New Roman"/>
              </a:rPr>
              <a:t>Flow rate (mL/min)</a:t>
            </a:r>
            <a:br>
              <a:rPr lang="en-US" sz="1800">
                <a:latin typeface="Times New Roman"/>
                <a:cs typeface="Times New Roman"/>
              </a:rPr>
            </a:br>
            <a:r>
              <a:rPr lang="en-US" sz="1800">
                <a:latin typeface="Times New Roman"/>
                <a:ea typeface="Calibri" pitchFamily="34" charset="-122"/>
                <a:cs typeface="Times New Roman"/>
              </a:rPr>
              <a:t>Concentration of each component (mg/mL)</a:t>
            </a:r>
            <a:br>
              <a:rPr lang="en-US" sz="1800">
                <a:latin typeface="Times New Roman"/>
                <a:cs typeface="Times New Roman"/>
              </a:rPr>
            </a:br>
            <a:r>
              <a:rPr lang="en-US" sz="1800">
                <a:latin typeface="Times New Roman"/>
                <a:ea typeface="Calibri" pitchFamily="34" charset="-122"/>
                <a:cs typeface="Times New Roman"/>
              </a:rPr>
              <a:t>Mass flow of each component (mg/min)</a:t>
            </a:r>
            <a:endParaRPr lang="en-US" sz="1800">
              <a:latin typeface="Times New Roman"/>
              <a:cs typeface="Times New Roman"/>
            </a:endParaRPr>
          </a:p>
          <a:p>
            <a:pPr marL="342900" indent="-342900">
              <a:buChar char="•"/>
            </a:pPr>
            <a:r>
              <a:rPr lang="en-US" sz="18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Calibri" pitchFamily="34" charset="-122"/>
                <a:cs typeface="Times New Roman"/>
              </a:rPr>
              <a:t>Final Product Stream</a:t>
            </a:r>
            <a:br>
              <a:rPr lang="en-US" sz="180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</a:br>
            <a:r>
              <a:rPr lang="en-US" sz="1800">
                <a:latin typeface="Times New Roman"/>
                <a:ea typeface="Calibri" pitchFamily="34" charset="-122"/>
                <a:cs typeface="Times New Roman"/>
              </a:rPr>
              <a:t>Final product flow rate (mL/min)</a:t>
            </a:r>
            <a:br>
              <a:rPr lang="en-US" sz="1800">
                <a:latin typeface="Times New Roman"/>
                <a:cs typeface="Times New Roman"/>
              </a:rPr>
            </a:br>
            <a:r>
              <a:rPr lang="en-US" sz="1800">
                <a:latin typeface="Times New Roman"/>
                <a:ea typeface="Calibri" pitchFamily="34" charset="-122"/>
                <a:cs typeface="Times New Roman"/>
              </a:rPr>
              <a:t>Concentration of all components in product</a:t>
            </a:r>
            <a:br>
              <a:rPr lang="en-US" sz="1800">
                <a:latin typeface="Times New Roman"/>
                <a:ea typeface="Calibri" pitchFamily="34" charset="-122"/>
                <a:cs typeface="Times New Roman"/>
              </a:rPr>
            </a:br>
            <a:r>
              <a:rPr lang="en-US" sz="1800">
                <a:latin typeface="Times New Roman"/>
                <a:ea typeface="Calibri" pitchFamily="34" charset="-122"/>
                <a:cs typeface="Times New Roman"/>
              </a:rPr>
              <a:t>Mass flow of each component in final product</a:t>
            </a:r>
            <a:br>
              <a:rPr lang="en-US" sz="1800">
                <a:latin typeface="Times New Roman"/>
                <a:ea typeface="Calibri" pitchFamily="34" charset="-122"/>
                <a:cs typeface="Times New Roman"/>
              </a:rPr>
            </a:br>
            <a:r>
              <a:rPr lang="en-US" sz="1800">
                <a:latin typeface="Times New Roman"/>
                <a:ea typeface="Calibri" pitchFamily="34" charset="-122"/>
                <a:cs typeface="Times New Roman"/>
              </a:rPr>
              <a:t>Encapsulated mRNA mass flow and recovery %</a:t>
            </a:r>
            <a:br>
              <a:rPr lang="en-IN" sz="18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Calibri" pitchFamily="34" charset="-122"/>
                <a:cs typeface="Times New Roman"/>
              </a:rPr>
            </a:br>
            <a:endParaRPr lang="en-US" sz="1800">
              <a:solidFill>
                <a:schemeClr val="accent1">
                  <a:lumMod val="7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F3AF4-C181-79F5-C150-502D3C65B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523999"/>
            <a:ext cx="4572000" cy="3810001"/>
          </a:xfrm>
        </p:spPr>
        <p:txBody>
          <a:bodyPr>
            <a:normAutofit/>
          </a:bodyPr>
          <a:lstStyle/>
          <a:p>
            <a:pPr marL="342900" indent="-342900">
              <a:buChar char="•"/>
            </a:pPr>
            <a:r>
              <a:rPr lang="en-US" sz="18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Calibri" pitchFamily="34" charset="-122"/>
                <a:cs typeface="Times New Roman"/>
              </a:rPr>
              <a:t>Calculated Process Flows</a:t>
            </a:r>
            <a:br>
              <a:rPr lang="en-IN" sz="18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Calibri" pitchFamily="34" charset="-122"/>
                <a:cs typeface="Times New Roman"/>
              </a:rPr>
            </a:br>
            <a:r>
              <a:rPr lang="en-US" sz="1800">
                <a:latin typeface="Times New Roman"/>
                <a:ea typeface="Calibri" pitchFamily="34" charset="-122"/>
                <a:cs typeface="Times New Roman"/>
              </a:rPr>
              <a:t>Dilution buffer added (auto-calculated from target ethanol %)</a:t>
            </a:r>
            <a:br>
              <a:rPr lang="en-US" sz="1800">
                <a:latin typeface="Times New Roman"/>
                <a:cs typeface="Times New Roman"/>
              </a:rPr>
            </a:br>
            <a:r>
              <a:rPr lang="en-US" sz="1800">
                <a:latin typeface="Times New Roman"/>
                <a:ea typeface="Calibri" pitchFamily="34" charset="-122"/>
                <a:cs typeface="Times New Roman"/>
              </a:rPr>
              <a:t>Ethanol vol% at each stage</a:t>
            </a:r>
            <a:br>
              <a:rPr lang="en-US" sz="1800">
                <a:latin typeface="Times New Roman"/>
                <a:cs typeface="Times New Roman"/>
              </a:rPr>
            </a:br>
            <a:r>
              <a:rPr lang="en-US" sz="1800">
                <a:latin typeface="Times New Roman"/>
                <a:ea typeface="Calibri" pitchFamily="34" charset="-122"/>
                <a:cs typeface="Times New Roman"/>
              </a:rPr>
              <a:t>DF buffer flow (auto-scaled from </a:t>
            </a:r>
            <a:r>
              <a:rPr lang="en-US" sz="1800" err="1">
                <a:latin typeface="Times New Roman"/>
                <a:ea typeface="Calibri" pitchFamily="34" charset="-122"/>
                <a:cs typeface="Times New Roman"/>
              </a:rPr>
              <a:t>diavolumes</a:t>
            </a:r>
            <a:r>
              <a:rPr lang="en-US" sz="1800">
                <a:latin typeface="Times New Roman"/>
                <a:ea typeface="Calibri" pitchFamily="34" charset="-122"/>
                <a:cs typeface="Times New Roman"/>
              </a:rPr>
              <a:t> × retentate)</a:t>
            </a:r>
            <a:br>
              <a:rPr lang="en-US" sz="1800">
                <a:latin typeface="Times New Roman"/>
                <a:cs typeface="Times New Roman"/>
              </a:rPr>
            </a:br>
            <a:r>
              <a:rPr lang="en-US" sz="1800">
                <a:latin typeface="Times New Roman"/>
                <a:ea typeface="Calibri" pitchFamily="34" charset="-122"/>
                <a:cs typeface="Times New Roman"/>
              </a:rPr>
              <a:t>TFF permeate flow (auto-calculated from VRR)</a:t>
            </a:r>
          </a:p>
          <a:p>
            <a:pPr marL="342900" indent="-342900">
              <a:buChar char="•"/>
            </a:pPr>
            <a:r>
              <a:rPr lang="en-US" sz="18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Calibri" pitchFamily="34" charset="-122"/>
                <a:cs typeface="Times New Roman"/>
              </a:rPr>
              <a:t>Balance Verification</a:t>
            </a:r>
            <a:br>
              <a:rPr lang="en-US" sz="18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Calibri" pitchFamily="34" charset="-122"/>
                <a:cs typeface="Times New Roman"/>
              </a:rPr>
            </a:br>
            <a:r>
              <a:rPr lang="en-US" sz="1800">
                <a:latin typeface="Times New Roman"/>
                <a:ea typeface="Calibri" pitchFamily="34" charset="-122"/>
                <a:cs typeface="Times New Roman"/>
              </a:rPr>
              <a:t>Total mass IN vs total mass OUT</a:t>
            </a:r>
            <a:br>
              <a:rPr lang="en-US" sz="1800">
                <a:latin typeface="Times New Roman"/>
                <a:cs typeface="Times New Roman"/>
              </a:rPr>
            </a:br>
            <a:r>
              <a:rPr lang="en-US" sz="1800">
                <a:latin typeface="Times New Roman"/>
                <a:ea typeface="Calibri" pitchFamily="34" charset="-122"/>
                <a:cs typeface="Times New Roman"/>
              </a:rPr>
              <a:t>Volumetric flow accounting (IN = OUT)</a:t>
            </a:r>
            <a:br>
              <a:rPr lang="en-US" sz="1800">
                <a:latin typeface="Times New Roman"/>
                <a:cs typeface="Times New Roman"/>
              </a:rPr>
            </a:br>
            <a:r>
              <a:rPr lang="en-US" sz="1800">
                <a:latin typeface="Times New Roman"/>
                <a:ea typeface="Calibri" pitchFamily="34" charset="-122"/>
                <a:cs typeface="Times New Roman"/>
              </a:rPr>
              <a:t>Balance error (%)</a:t>
            </a:r>
            <a:br>
              <a:rPr lang="en-US" sz="1800">
                <a:latin typeface="Times New Roman"/>
                <a:ea typeface="Calibri" pitchFamily="34" charset="-122"/>
                <a:cs typeface="Times New Roman"/>
              </a:rPr>
            </a:br>
            <a:r>
              <a:rPr lang="en-US" sz="1800">
                <a:latin typeface="Times New Roman"/>
                <a:ea typeface="Calibri" pitchFamily="34" charset="-122"/>
                <a:cs typeface="Times New Roman"/>
              </a:rPr>
              <a:t>Sterile filter dead volume noted separately</a:t>
            </a:r>
            <a:endParaRPr lang="en-US" sz="1800">
              <a:latin typeface="Times New Roman"/>
              <a:cs typeface="Times New Roman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1800">
              <a:latin typeface="Times New Roman"/>
              <a:cs typeface="Times New Roman"/>
            </a:endParaRPr>
          </a:p>
          <a:p>
            <a:endParaRPr lang="en-US" sz="1800">
              <a:solidFill>
                <a:schemeClr val="accent1">
                  <a:lumMod val="7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BEA8C-FA32-8825-6E64-6694B3A0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A5671-E7AF-EA3A-2B6C-56214DD50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0" y="2597829"/>
            <a:ext cx="3697224" cy="1142385"/>
          </a:xfrm>
        </p:spPr>
        <p:txBody>
          <a:bodyPr>
            <a:normAutofit/>
          </a:bodyPr>
          <a:lstStyle/>
          <a:p>
            <a:r>
              <a:rPr lang="en-IN" sz="6600">
                <a:latin typeface="BankGothic Lt BT" panose="020B0607020203060204" pitchFamily="34" charset="0"/>
              </a:rPr>
              <a:t>  </a:t>
            </a:r>
            <a:r>
              <a:rPr lang="en-IN" sz="6600">
                <a:latin typeface="Bell MT" panose="02020503060305020303" pitchFamily="18" charset="0"/>
              </a:rPr>
              <a:t>PAT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31291-A3DF-2314-6004-D3CC2FE62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5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34564-A006-C823-866C-551A84FF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0" y="329184"/>
            <a:ext cx="7930896" cy="1106742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PAT classification - INLINE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6DFB-5F1C-613B-DC24-EA75E395A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080" y="1646238"/>
            <a:ext cx="9601200" cy="45808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Now we have classification of PAT techniques used in LNP manufacturing.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Dynamic light scattering(DLS)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measure particle size and distribution &amp; PDI (&lt;0.2).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Zeta potential analysis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measure surface charge that indicates the stability of suspension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Optical turbidity measurement(turbidity probes)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it detects incorrect lipid mixing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aggregation and wrong molecule formation.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PVM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capturing image while LNPs are forming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NIR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monitor composition and concentration of components in real time without sampling.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67886-D09F-4A88-B038-D5E5A114B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482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58E6C-5B8E-1826-99DB-E784F89F7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" y="886968"/>
            <a:ext cx="10018776" cy="5471161"/>
          </a:xfrm>
        </p:spPr>
        <p:txBody>
          <a:bodyPr>
            <a:norm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UV–Vis Spectroscopy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monitors Concentration of lipids, Encapsulated drug / RNA, Particle formation kinetics and Impurities.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pH sensor 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at the buffer mixing for correct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pH.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flow meter 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measure flow rate of liquid streams.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temp prob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conductivity sensor 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buffer dilution verification.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Pressure sensor 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in TFF filtration.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Raman spectroscopy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C8400-7B02-DF48-314C-B62917C7E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144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D57E8-872E-5C1E-8ECD-6AC62711D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Online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6DB82-E2A2-E2E8-9299-2A9F66ACD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929385"/>
            <a:ext cx="9601200" cy="3861816"/>
          </a:xfrm>
        </p:spPr>
        <p:txBody>
          <a:bodyPr>
            <a:normAutofit lnSpcReduction="1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Liquid Chromatography (HPLC)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On-line possible via auto-samplers for drug loading, encapsulation efficiency, or degradation monitoring.</a:t>
            </a:r>
            <a:endParaRPr lang="en-US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Raman spectroscopy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used as a downstream analytical tool to measure how much mRNA is successfully encapsulated inside lipid nanoparticles.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Charged aerosol detectors (CAD)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Used with chromatography to detect and quantify lipid components in LNP formulations that do not absorb UV light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Refractive index (RI)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Measures changes in refractive index to detect lipids and polymers in LNP samples during chromatographic analysis.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A5F78-77A6-02F5-CCEE-0F051DB7A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03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76734-FFD6-6915-97C6-B1E0658E3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552" y="795529"/>
            <a:ext cx="9909048" cy="4995672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ultraviolet(UV) diode array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Detects UV-absorbing molecules such as RNA or drugs in LNP formulations while simultaneously recording their absorption spectra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LC-MS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lipid identification and impurity detection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7F53E-7EE9-7159-9154-987DFAD4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13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FAEC4-0D9A-75D3-63E5-DD66D1DC2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00D11-DBF1-F5CA-B33C-95C0C2F90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/>
              <a:t>Raman spectroscopy</a:t>
            </a:r>
          </a:p>
          <a:p>
            <a:r>
              <a:rPr lang="en-IN"/>
              <a:t>Zeta potential analysis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DLS</a:t>
            </a:r>
          </a:p>
          <a:p>
            <a:pPr marL="0" indent="0">
              <a:buNone/>
            </a:pPr>
            <a:endParaRPr lang="en-IN"/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NMR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lipid structure and molecular interactions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Cryo-TEM</a:t>
            </a:r>
            <a:b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Visualize morphology and internal structure of LNPs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confirm nanoparticle formation and observe structure of lipid core.</a:t>
            </a:r>
            <a:endParaRPr lang="en-IN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F4DA6-4E71-359A-A5F8-50E732FE5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6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4E32D-2C9B-570B-94E9-2FBC20D3C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65760"/>
            <a:ext cx="9735312" cy="777558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Resources: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002A8-A49E-1E2B-DD6C-4D3E671DD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408" y="1399032"/>
            <a:ext cx="9945624" cy="478231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IN"/>
              <a:t>M. Mehta and T. A. Bui, “Lipid-Based Nanoparticles for Drug/Gene Delivery: An Overview of the Production Techniques and Difficulties Encountered in Their Industrial Development,” </a:t>
            </a:r>
            <a:r>
              <a:rPr lang="en-IN" i="1"/>
              <a:t>ACS Materials Au</a:t>
            </a:r>
            <a:r>
              <a:rPr lang="en-IN"/>
              <a:t>, vol. 3, no. 6, pp. 600–619, 2023, </a:t>
            </a:r>
            <a:r>
              <a:rPr lang="en-IN" err="1"/>
              <a:t>doi</a:t>
            </a:r>
            <a:r>
              <a:rPr lang="en-IN"/>
              <a:t>: 10.1021/acsmaterialsau.3c00032.</a:t>
            </a:r>
          </a:p>
          <a:p>
            <a:r>
              <a:rPr lang="en-IN"/>
              <a:t>J. Auclair and A. S. Rathore, “Analysis of Lipid Nanoparticles,” </a:t>
            </a:r>
            <a:r>
              <a:rPr lang="en-IN" i="1"/>
              <a:t>LCGC North America</a:t>
            </a:r>
            <a:r>
              <a:rPr lang="en-IN"/>
              <a:t>, vol. 41, no. 6, pp. 216–219, Jun. 2023, </a:t>
            </a:r>
            <a:r>
              <a:rPr lang="en-IN" err="1"/>
              <a:t>doi</a:t>
            </a:r>
            <a:r>
              <a:rPr lang="en-IN"/>
              <a:t>: 10.56530/lcgc.na.ii3372s8.</a:t>
            </a:r>
          </a:p>
          <a:p>
            <a:r>
              <a:rPr lang="en-IN"/>
              <a:t>S. Jin and E. </a:t>
            </a:r>
            <a:r>
              <a:rPr lang="en-IN" err="1"/>
              <a:t>Reverdatto</a:t>
            </a:r>
            <a:r>
              <a:rPr lang="en-IN"/>
              <a:t>, “Encapsulation of mRNA in Therapeutics Like Lipid Nanoparticles Probed by Deep-UV Resonance Raman Spectroscopy,” </a:t>
            </a:r>
            <a:r>
              <a:rPr lang="en-IN" i="1"/>
              <a:t>Analytical Chemistry</a:t>
            </a:r>
            <a:r>
              <a:rPr lang="en-IN"/>
              <a:t>, vol. 97, 2025, </a:t>
            </a:r>
            <a:r>
              <a:rPr lang="en-IN" err="1"/>
              <a:t>doi</a:t>
            </a:r>
            <a:r>
              <a:rPr lang="en-IN"/>
              <a:t>: 10.1021/acs.analchem.5c04246.</a:t>
            </a:r>
          </a:p>
          <a:p>
            <a:pPr>
              <a:buClr>
                <a:srgbClr val="A43F27"/>
              </a:buClr>
            </a:pPr>
            <a:r>
              <a:rPr lang="en-IN">
                <a:ea typeface="+mn-lt"/>
                <a:cs typeface="+mn-lt"/>
              </a:rPr>
              <a:t>J. A. Kulkarni, D. </a:t>
            </a:r>
            <a:r>
              <a:rPr lang="en-IN" err="1">
                <a:ea typeface="+mn-lt"/>
                <a:cs typeface="+mn-lt"/>
              </a:rPr>
              <a:t>Witzigmann</a:t>
            </a:r>
            <a:r>
              <a:rPr lang="en-IN">
                <a:ea typeface="+mn-lt"/>
                <a:cs typeface="+mn-lt"/>
              </a:rPr>
              <a:t>, S. Chen, P. R. Cullis, and R. van der Meel, “On the formation and morphology of lipid nanoparticles containing ionizable cationic lipids and siRNA,” </a:t>
            </a:r>
            <a:r>
              <a:rPr lang="en-IN" i="1">
                <a:ea typeface="+mn-lt"/>
                <a:cs typeface="+mn-lt"/>
              </a:rPr>
              <a:t>ACS Nano</a:t>
            </a:r>
            <a:r>
              <a:rPr lang="en-IN">
                <a:ea typeface="+mn-lt"/>
                <a:cs typeface="+mn-lt"/>
              </a:rPr>
              <a:t>, vol. 15, no. 5, pp. 9078–9093, May 2021, </a:t>
            </a:r>
            <a:r>
              <a:rPr lang="en-IN" err="1">
                <a:ea typeface="+mn-lt"/>
                <a:cs typeface="+mn-lt"/>
              </a:rPr>
              <a:t>doi</a:t>
            </a:r>
            <a:r>
              <a:rPr lang="en-IN">
                <a:ea typeface="+mn-lt"/>
                <a:cs typeface="+mn-lt"/>
              </a:rPr>
              <a:t>: 10.1021/acsnano.1c03058.</a:t>
            </a:r>
            <a:endParaRPr lang="en-IN">
              <a:cs typeface="Arial"/>
            </a:endParaRPr>
          </a:p>
          <a:p>
            <a:pPr>
              <a:buClr>
                <a:srgbClr val="A43F27"/>
              </a:buClr>
            </a:pPr>
            <a:r>
              <a:rPr lang="en-IN">
                <a:ea typeface="+mn-lt"/>
                <a:cs typeface="+mn-lt"/>
                <a:hlinkClick r:id="rId2"/>
              </a:rPr>
              <a:t>https://drive.google.com/drive/folders/10AyL6bArZ2kjxkyHl5krHhYheAy40hMO?usp=drive_link</a:t>
            </a:r>
            <a:endParaRPr lang="en-IN">
              <a:cs typeface="Arial"/>
            </a:endParaRPr>
          </a:p>
          <a:p>
            <a:pPr>
              <a:buClr>
                <a:srgbClr val="A43F27"/>
              </a:buClr>
            </a:pPr>
            <a:r>
              <a:rPr lang="en-IN">
                <a:ea typeface="+mn-lt"/>
                <a:cs typeface="+mn-lt"/>
              </a:rPr>
              <a:t>D. W. Green and M. Z. Southard, </a:t>
            </a:r>
            <a:r>
              <a:rPr lang="en-IN" i="1">
                <a:ea typeface="+mn-lt"/>
                <a:cs typeface="+mn-lt"/>
              </a:rPr>
              <a:t>Perry’s Chemical Engineers’ Handbook</a:t>
            </a:r>
            <a:r>
              <a:rPr lang="en-IN">
                <a:ea typeface="+mn-lt"/>
                <a:cs typeface="+mn-lt"/>
              </a:rPr>
              <a:t>, 9th ed. New York, NY, USA: McGraw-Hill Education, 2019.</a:t>
            </a:r>
            <a:endParaRPr lang="en-IN">
              <a:cs typeface="Arial"/>
            </a:endParaRPr>
          </a:p>
          <a:p>
            <a:pPr>
              <a:buClr>
                <a:srgbClr val="A43F27"/>
              </a:buClr>
            </a:pPr>
            <a:endParaRPr lang="en-IN">
              <a:cs typeface="Arial"/>
            </a:endParaRPr>
          </a:p>
          <a:p>
            <a:endParaRPr lang="en-IN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35E05-1956-5597-3C0D-F411BF93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1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40CD1-247C-E346-2659-DB5ACB5D6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B0C14-1BA5-B18B-51ED-E10D5A131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sz="1800">
                <a:cs typeface="Arial"/>
              </a:rPr>
              <a:t>G. Towler and R. Sinnott, </a:t>
            </a:r>
            <a:r>
              <a:rPr lang="en-IN" sz="1800" i="1">
                <a:cs typeface="Arial"/>
              </a:rPr>
              <a:t>Chemical Engineering Design: Principles, Practice and Economics of Plant and Process Design</a:t>
            </a:r>
            <a:r>
              <a:rPr lang="en-IN" sz="1800">
                <a:cs typeface="Arial"/>
              </a:rPr>
              <a:t>, 3rd ed. Oxford, U.K.: Elsevier, 2022.</a:t>
            </a:r>
            <a:endParaRPr lang="en-US" sz="1800">
              <a:cs typeface="Arial"/>
            </a:endParaRPr>
          </a:p>
          <a:p>
            <a:pPr>
              <a:buClr>
                <a:srgbClr val="A43F27"/>
              </a:buClr>
            </a:pPr>
            <a:r>
              <a:rPr lang="en-IN" sz="1800">
                <a:cs typeface="Arial"/>
              </a:rPr>
              <a:t>N. M. Belliveau, J. Huft, P. J. Lin, S. Chen, A. K. K. Leung, J. B. Leaver, A. W. Wild, J. B. Lee, R. J. Taylor, Y. K. Tam, C. L. Hansen, and P. R. Cullis, “Microfluidic synthesis of highly potent limit-size lipid nanoparticles for in vivo delivery of siRNA,” </a:t>
            </a:r>
            <a:r>
              <a:rPr lang="en-IN" sz="1800" i="1">
                <a:cs typeface="Arial"/>
              </a:rPr>
              <a:t>Molecular Therapy – Nucleic Acids</a:t>
            </a:r>
            <a:r>
              <a:rPr lang="en-IN" sz="1800">
                <a:cs typeface="Arial"/>
              </a:rPr>
              <a:t>, vol. 1, no. 8, p. e37, Aug. 2012, </a:t>
            </a:r>
            <a:r>
              <a:rPr lang="en-IN" sz="1800" err="1">
                <a:cs typeface="Arial"/>
              </a:rPr>
              <a:t>doi</a:t>
            </a:r>
            <a:r>
              <a:rPr lang="en-IN" sz="1800">
                <a:cs typeface="Arial"/>
              </a:rPr>
              <a:t>: 10.1038/mtna.2012.28.</a:t>
            </a:r>
          </a:p>
          <a:p>
            <a:pPr>
              <a:buClr>
                <a:srgbClr val="A43F27"/>
              </a:buClr>
            </a:pPr>
            <a:r>
              <a:rPr lang="en-IN" sz="1800">
                <a:cs typeface="Arial"/>
              </a:rPr>
              <a:t>R. van Reis and A. L. </a:t>
            </a:r>
            <a:r>
              <a:rPr lang="en-IN" sz="1800" err="1">
                <a:cs typeface="Arial"/>
              </a:rPr>
              <a:t>Zydney</a:t>
            </a:r>
            <a:r>
              <a:rPr lang="en-IN" sz="1800">
                <a:cs typeface="Arial"/>
              </a:rPr>
              <a:t>, “Membrane separations in biotechnology,” </a:t>
            </a:r>
            <a:r>
              <a:rPr lang="en-IN" sz="1800" i="1">
                <a:cs typeface="Arial"/>
              </a:rPr>
              <a:t>Current Opinion in Biotechnology</a:t>
            </a:r>
            <a:r>
              <a:rPr lang="en-IN" sz="1800">
                <a:cs typeface="Arial"/>
              </a:rPr>
              <a:t>, vol. 18, no. 3, pp. 208–211, Jun. 2007.</a:t>
            </a:r>
            <a:endParaRPr lang="en-US" sz="1800">
              <a:cs typeface="Arial"/>
            </a:endParaRPr>
          </a:p>
          <a:p>
            <a:pPr>
              <a:buClr>
                <a:srgbClr val="A43F27"/>
              </a:buClr>
            </a:pPr>
            <a:endParaRPr lang="en-US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8D5E8-7BD7-6C29-92DB-6896F85F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D30820-4AB0-05C2-DA01-0277258B809D}"/>
              </a:ext>
            </a:extLst>
          </p:cNvPr>
          <p:cNvSpPr txBox="1"/>
          <p:nvPr/>
        </p:nvSpPr>
        <p:spPr>
          <a:xfrm>
            <a:off x="3419856" y="2413337"/>
            <a:ext cx="6373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0FB0F7-B3F2-CB87-A851-B53232DEA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30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Diamond Grid 16x9</vt:lpstr>
      <vt:lpstr>PowerPoint Presentation</vt:lpstr>
      <vt:lpstr>Energy Balance</vt:lpstr>
      <vt:lpstr>What is in the Code?</vt:lpstr>
      <vt:lpstr>What You Input in the Code </vt:lpstr>
      <vt:lpstr>Key Equations Used in the Model </vt:lpstr>
      <vt:lpstr>Sample Output  (aq = 9 mL/min, org = 3 mL/min) </vt:lpstr>
      <vt:lpstr>What the Simulator Outputs </vt:lpstr>
      <vt:lpstr>  PAT</vt:lpstr>
      <vt:lpstr>PAT classification - INLINE</vt:lpstr>
      <vt:lpstr>PowerPoint Presentation</vt:lpstr>
      <vt:lpstr>Online </vt:lpstr>
      <vt:lpstr>PowerPoint Presentation</vt:lpstr>
      <vt:lpstr>Atline </vt:lpstr>
      <vt:lpstr>Resources: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Saket Jonwal</dc:creator>
  <cp:revision>4</cp:revision>
  <cp:lastPrinted>2026-03-16T10:44:20Z</cp:lastPrinted>
  <dcterms:created xsi:type="dcterms:W3CDTF">2026-03-14T18:12:07Z</dcterms:created>
  <dcterms:modified xsi:type="dcterms:W3CDTF">2026-03-17T08:33:00Z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