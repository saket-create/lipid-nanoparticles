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18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314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19" r:id="rId22"/>
    <p:sldId id="320" r:id="rId23"/>
    <p:sldId id="321" r:id="rId24"/>
    <p:sldId id="330" r:id="rId25"/>
    <p:sldId id="331" r:id="rId26"/>
    <p:sldId id="332" r:id="rId27"/>
    <p:sldId id="333" r:id="rId28"/>
    <p:sldId id="26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51C4D1-431E-45FC-9467-F775325220B4}" v="16" dt="2026-03-10T10:57:09.481"/>
    <p1510:client id="{E5D7C603-F688-367F-B410-0B552F6FB48D}" v="109" dt="2026-03-10T12:25:13.406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ADAC76EB-83D2-76A4-0E93-B36EB3DCF45F}"/>
    <pc:docChg chg="addSld delSld modSld">
      <pc:chgData name="Guest User" userId="" providerId="Windows Live" clId="Web-{ADAC76EB-83D2-76A4-0E93-B36EB3DCF45F}" dt="2026-03-08T18:18:11.838" v="472"/>
      <pc:docMkLst>
        <pc:docMk/>
      </pc:docMkLst>
      <pc:sldChg chg="addSp delSp modSp">
        <pc:chgData name="Guest User" userId="" providerId="Windows Live" clId="Web-{ADAC76EB-83D2-76A4-0E93-B36EB3DCF45F}" dt="2026-03-08T18:17:13.682" v="444"/>
        <pc:sldMkLst>
          <pc:docMk/>
          <pc:sldMk cId="2399496103" sldId="336"/>
        </pc:sldMkLst>
        <pc:spChg chg="mod">
          <ac:chgData name="Guest User" userId="" providerId="Windows Live" clId="Web-{ADAC76EB-83D2-76A4-0E93-B36EB3DCF45F}" dt="2026-03-08T18:16:31.728" v="423"/>
          <ac:spMkLst>
            <pc:docMk/>
            <pc:sldMk cId="2399496103" sldId="336"/>
            <ac:spMk id="2" creationId="{F5C6813C-49EE-7B0C-81B2-7D4F072D33F7}"/>
          </ac:spMkLst>
        </pc:spChg>
        <pc:spChg chg="add del mod">
          <ac:chgData name="Guest User" userId="" providerId="Windows Live" clId="Web-{ADAC76EB-83D2-76A4-0E93-B36EB3DCF45F}" dt="2026-03-08T18:16:31.728" v="424"/>
          <ac:spMkLst>
            <pc:docMk/>
            <pc:sldMk cId="2399496103" sldId="336"/>
            <ac:spMk id="7" creationId="{D6B5328F-1F6E-B8C0-3EBB-C99A1B3DEFA7}"/>
          </ac:spMkLst>
        </pc:spChg>
        <pc:spChg chg="add mod">
          <ac:chgData name="Guest User" userId="" providerId="Windows Live" clId="Web-{ADAC76EB-83D2-76A4-0E93-B36EB3DCF45F}" dt="2026-03-08T18:16:31.744" v="425"/>
          <ac:spMkLst>
            <pc:docMk/>
            <pc:sldMk cId="2399496103" sldId="336"/>
            <ac:spMk id="13" creationId="{C0FB4F50-9691-331E-3EBF-EF69952E93D5}"/>
          </ac:spMkLst>
        </pc:spChg>
        <pc:spChg chg="add mod">
          <ac:chgData name="Guest User" userId="" providerId="Windows Live" clId="Web-{ADAC76EB-83D2-76A4-0E93-B36EB3DCF45F}" dt="2026-03-08T18:16:31.806" v="426"/>
          <ac:spMkLst>
            <pc:docMk/>
            <pc:sldMk cId="2399496103" sldId="336"/>
            <ac:spMk id="14" creationId="{F7A85A3D-B6B1-E5D6-A921-78B4A07F3538}"/>
          </ac:spMkLst>
        </pc:spChg>
        <pc:graphicFrameChg chg="add mod ord modGraphic">
          <ac:chgData name="Guest User" userId="" providerId="Windows Live" clId="Web-{ADAC76EB-83D2-76A4-0E93-B36EB3DCF45F}" dt="2026-03-08T18:16:42.712" v="435"/>
          <ac:graphicFrameMkLst>
            <pc:docMk/>
            <pc:sldMk cId="2399496103" sldId="336"/>
            <ac:graphicFrameMk id="6" creationId="{99B5B73E-CB2F-E616-17E5-E31FFB08B096}"/>
          </ac:graphicFrameMkLst>
        </pc:graphicFrameChg>
        <pc:graphicFrameChg chg="add mod modGraphic">
          <ac:chgData name="Guest User" userId="" providerId="Windows Live" clId="Web-{ADAC76EB-83D2-76A4-0E93-B36EB3DCF45F}" dt="2026-03-08T18:17:13.682" v="444"/>
          <ac:graphicFrameMkLst>
            <pc:docMk/>
            <pc:sldMk cId="2399496103" sldId="336"/>
            <ac:graphicFrameMk id="12" creationId="{4ADB9F93-6134-57BB-2D17-2CB8F7F136B9}"/>
          </ac:graphicFrameMkLst>
        </pc:graphicFrameChg>
      </pc:sldChg>
      <pc:sldChg chg="addSp delSp modSp new">
        <pc:chgData name="Guest User" userId="" providerId="Windows Live" clId="Web-{ADAC76EB-83D2-76A4-0E93-B36EB3DCF45F}" dt="2026-03-08T18:17:33.151" v="457"/>
        <pc:sldMkLst>
          <pc:docMk/>
          <pc:sldMk cId="695221909" sldId="337"/>
        </pc:sldMkLst>
        <pc:spChg chg="mod">
          <ac:chgData name="Guest User" userId="" providerId="Windows Live" clId="Web-{ADAC76EB-83D2-76A4-0E93-B36EB3DCF45F}" dt="2026-03-08T18:17:24.807" v="445"/>
          <ac:spMkLst>
            <pc:docMk/>
            <pc:sldMk cId="695221909" sldId="337"/>
            <ac:spMk id="4" creationId="{A1D698EC-57C6-5086-3BBB-4F74FC04874C}"/>
          </ac:spMkLst>
        </pc:spChg>
        <pc:spChg chg="add mod">
          <ac:chgData name="Guest User" userId="" providerId="Windows Live" clId="Web-{ADAC76EB-83D2-76A4-0E93-B36EB3DCF45F}" dt="2026-03-08T18:17:24.822" v="446"/>
          <ac:spMkLst>
            <pc:docMk/>
            <pc:sldMk cId="695221909" sldId="337"/>
            <ac:spMk id="11" creationId="{7DA454B8-72B7-1214-B2A8-F64656806A03}"/>
          </ac:spMkLst>
        </pc:spChg>
        <pc:graphicFrameChg chg="add mod ord modGraphic">
          <ac:chgData name="Guest User" userId="" providerId="Windows Live" clId="Web-{ADAC76EB-83D2-76A4-0E93-B36EB3DCF45F}" dt="2026-03-08T18:17:33.151" v="457"/>
          <ac:graphicFrameMkLst>
            <pc:docMk/>
            <pc:sldMk cId="695221909" sldId="337"/>
            <ac:graphicFrameMk id="10" creationId="{2060F017-B5AB-3876-1D88-DC5809DBBD36}"/>
          </ac:graphicFrameMkLst>
        </pc:graphicFrameChg>
      </pc:sldChg>
      <pc:sldChg chg="addSp delSp modSp new">
        <pc:chgData name="Guest User" userId="" providerId="Windows Live" clId="Web-{ADAC76EB-83D2-76A4-0E93-B36EB3DCF45F}" dt="2026-03-08T18:18:11.838" v="472"/>
        <pc:sldMkLst>
          <pc:docMk/>
          <pc:sldMk cId="2721275756" sldId="338"/>
        </pc:sldMkLst>
        <pc:spChg chg="mod">
          <ac:chgData name="Guest User" userId="" providerId="Windows Live" clId="Web-{ADAC76EB-83D2-76A4-0E93-B36EB3DCF45F}" dt="2026-03-08T18:17:40.807" v="458" actId="20577"/>
          <ac:spMkLst>
            <pc:docMk/>
            <pc:sldMk cId="2721275756" sldId="338"/>
            <ac:spMk id="2" creationId="{2ECDD41D-3EA9-4F8C-D292-5F17F5199DEB}"/>
          </ac:spMkLst>
        </pc:spChg>
        <pc:spChg chg="mod">
          <ac:chgData name="Guest User" userId="" providerId="Windows Live" clId="Web-{ADAC76EB-83D2-76A4-0E93-B36EB3DCF45F}" dt="2026-03-08T18:18:11.792" v="470"/>
          <ac:spMkLst>
            <pc:docMk/>
            <pc:sldMk cId="2721275756" sldId="338"/>
            <ac:spMk id="4" creationId="{AE3995E8-58EB-74E7-2B93-8FFA4E87F231}"/>
          </ac:spMkLst>
        </pc:spChg>
        <pc:spChg chg="add mod">
          <ac:chgData name="Guest User" userId="" providerId="Windows Live" clId="Web-{ADAC76EB-83D2-76A4-0E93-B36EB3DCF45F}" dt="2026-03-08T18:17:55.229" v="468" actId="20577"/>
          <ac:spMkLst>
            <pc:docMk/>
            <pc:sldMk cId="2721275756" sldId="338"/>
            <ac:spMk id="7" creationId="{B3906FDC-D31C-D455-1EAE-F43330C502ED}"/>
          </ac:spMkLst>
        </pc:spChg>
        <pc:spChg chg="add mod">
          <ac:chgData name="Guest User" userId="" providerId="Windows Live" clId="Web-{ADAC76EB-83D2-76A4-0E93-B36EB3DCF45F}" dt="2026-03-08T18:18:11.792" v="471"/>
          <ac:spMkLst>
            <pc:docMk/>
            <pc:sldMk cId="2721275756" sldId="338"/>
            <ac:spMk id="8" creationId="{75F3CBB4-3B72-1003-C146-292F0EEF187F}"/>
          </ac:spMkLst>
        </pc:spChg>
        <pc:spChg chg="add mod">
          <ac:chgData name="Guest User" userId="" providerId="Windows Live" clId="Web-{ADAC76EB-83D2-76A4-0E93-B36EB3DCF45F}" dt="2026-03-08T18:18:11.838" v="472"/>
          <ac:spMkLst>
            <pc:docMk/>
            <pc:sldMk cId="2721275756" sldId="338"/>
            <ac:spMk id="9" creationId="{55846A4F-C4D6-512B-2599-5D1368B9AB90}"/>
          </ac:spMkLst>
        </pc:spChg>
        <pc:graphicFrameChg chg="add mod ord modGraphic">
          <ac:chgData name="Guest User" userId="" providerId="Windows Live" clId="Web-{ADAC76EB-83D2-76A4-0E93-B36EB3DCF45F}" dt="2026-03-08T18:17:49.276" v="467"/>
          <ac:graphicFrameMkLst>
            <pc:docMk/>
            <pc:sldMk cId="2721275756" sldId="338"/>
            <ac:graphicFrameMk id="6" creationId="{E3A7AFD9-301C-9A0B-5189-52E10075FF85}"/>
          </ac:graphicFrameMkLst>
        </pc:graphicFrameChg>
      </pc:sldChg>
    </pc:docChg>
  </pc:docChgLst>
  <pc:docChgLst>
    <pc:chgData name="Guest User" providerId="Windows Live" clId="Web-{E5D7C603-F688-367F-B410-0B552F6FB48D}"/>
    <pc:docChg chg="addSld modSld">
      <pc:chgData name="Guest User" userId="" providerId="Windows Live" clId="Web-{E5D7C603-F688-367F-B410-0B552F6FB48D}" dt="2026-03-10T12:25:13.406" v="116"/>
      <pc:docMkLst>
        <pc:docMk/>
      </pc:docMkLst>
      <pc:sldChg chg="modSp">
        <pc:chgData name="Guest User" userId="" providerId="Windows Live" clId="Web-{E5D7C603-F688-367F-B410-0B552F6FB48D}" dt="2026-03-10T12:25:13.406" v="116"/>
        <pc:sldMkLst>
          <pc:docMk/>
          <pc:sldMk cId="909585288" sldId="321"/>
        </pc:sldMkLst>
        <pc:graphicFrameChg chg="mod modGraphic">
          <ac:chgData name="Guest User" userId="" providerId="Windows Live" clId="Web-{E5D7C603-F688-367F-B410-0B552F6FB48D}" dt="2026-03-10T12:25:13.406" v="116"/>
          <ac:graphicFrameMkLst>
            <pc:docMk/>
            <pc:sldMk cId="909585288" sldId="321"/>
            <ac:graphicFrameMk id="4" creationId="{D6DF3EA6-38C4-DCEC-23E2-059C55CC18B6}"/>
          </ac:graphicFrameMkLst>
        </pc:graphicFrameChg>
      </pc:sldChg>
      <pc:sldChg chg="modSp new">
        <pc:chgData name="Guest User" userId="" providerId="Windows Live" clId="Web-{E5D7C603-F688-367F-B410-0B552F6FB48D}" dt="2026-03-10T10:49:25.465" v="84"/>
        <pc:sldMkLst>
          <pc:docMk/>
          <pc:sldMk cId="3410149906" sldId="339"/>
        </pc:sldMkLst>
        <pc:spChg chg="mod">
          <ac:chgData name="Guest User" userId="" providerId="Windows Live" clId="Web-{E5D7C603-F688-367F-B410-0B552F6FB48D}" dt="2026-03-10T10:49:25.418" v="83"/>
          <ac:spMkLst>
            <pc:docMk/>
            <pc:sldMk cId="3410149906" sldId="339"/>
            <ac:spMk id="2" creationId="{DE6D02B2-EEB8-3D8F-379F-637FE1DC93CE}"/>
          </ac:spMkLst>
        </pc:spChg>
        <pc:spChg chg="mod">
          <ac:chgData name="Guest User" userId="" providerId="Windows Live" clId="Web-{E5D7C603-F688-367F-B410-0B552F6FB48D}" dt="2026-03-10T10:49:25.465" v="84"/>
          <ac:spMkLst>
            <pc:docMk/>
            <pc:sldMk cId="3410149906" sldId="339"/>
            <ac:spMk id="3" creationId="{B86F3608-4CCF-6728-3921-846F4E58DBBB}"/>
          </ac:spMkLst>
        </pc:spChg>
      </pc:sldChg>
      <pc:sldChg chg="delSp modSp new">
        <pc:chgData name="Guest User" userId="" providerId="Windows Live" clId="Web-{E5D7C603-F688-367F-B410-0B552F6FB48D}" dt="2026-03-10T10:49:16.090" v="82" actId="20577"/>
        <pc:sldMkLst>
          <pc:docMk/>
          <pc:sldMk cId="729838150" sldId="340"/>
        </pc:sldMkLst>
        <pc:spChg chg="del">
          <ac:chgData name="Guest User" userId="" providerId="Windows Live" clId="Web-{E5D7C603-F688-367F-B410-0B552F6FB48D}" dt="2026-03-10T10:45:21.484" v="30"/>
          <ac:spMkLst>
            <pc:docMk/>
            <pc:sldMk cId="729838150" sldId="340"/>
            <ac:spMk id="2" creationId="{DA1057B1-838E-ACC2-57C6-2396A3FB7ED9}"/>
          </ac:spMkLst>
        </pc:spChg>
        <pc:spChg chg="mod">
          <ac:chgData name="Guest User" userId="" providerId="Windows Live" clId="Web-{E5D7C603-F688-367F-B410-0B552F6FB48D}" dt="2026-03-10T10:49:16.090" v="82" actId="20577"/>
          <ac:spMkLst>
            <pc:docMk/>
            <pc:sldMk cId="729838150" sldId="340"/>
            <ac:spMk id="3" creationId="{F2BA85AB-79BD-8898-ACF2-703AFBCD62BC}"/>
          </ac:spMkLst>
        </pc:spChg>
      </pc:sldChg>
      <pc:sldChg chg="modSp new">
        <pc:chgData name="Guest User" userId="" providerId="Windows Live" clId="Web-{E5D7C603-F688-367F-B410-0B552F6FB48D}" dt="2026-03-10T10:49:06.246" v="81"/>
        <pc:sldMkLst>
          <pc:docMk/>
          <pc:sldMk cId="770595753" sldId="341"/>
        </pc:sldMkLst>
        <pc:spChg chg="mod">
          <ac:chgData name="Guest User" userId="" providerId="Windows Live" clId="Web-{E5D7C603-F688-367F-B410-0B552F6FB48D}" dt="2026-03-10T10:49:06.199" v="80"/>
          <ac:spMkLst>
            <pc:docMk/>
            <pc:sldMk cId="770595753" sldId="341"/>
            <ac:spMk id="2" creationId="{B1347156-FB9F-3128-E496-2120AC472D95}"/>
          </ac:spMkLst>
        </pc:spChg>
        <pc:spChg chg="mod">
          <ac:chgData name="Guest User" userId="" providerId="Windows Live" clId="Web-{E5D7C603-F688-367F-B410-0B552F6FB48D}" dt="2026-03-10T10:49:06.246" v="81"/>
          <ac:spMkLst>
            <pc:docMk/>
            <pc:sldMk cId="770595753" sldId="341"/>
            <ac:spMk id="3" creationId="{98562577-01EF-8AD4-52B7-7A344224F4FE}"/>
          </ac:spMkLst>
        </pc:spChg>
      </pc:sldChg>
      <pc:sldChg chg="modSp new">
        <pc:chgData name="Guest User" userId="" providerId="Windows Live" clId="Web-{E5D7C603-F688-367F-B410-0B552F6FB48D}" dt="2026-03-10T10:48:56.042" v="79"/>
        <pc:sldMkLst>
          <pc:docMk/>
          <pc:sldMk cId="1074032099" sldId="342"/>
        </pc:sldMkLst>
        <pc:spChg chg="mod">
          <ac:chgData name="Guest User" userId="" providerId="Windows Live" clId="Web-{E5D7C603-F688-367F-B410-0B552F6FB48D}" dt="2026-03-10T10:48:56.011" v="78"/>
          <ac:spMkLst>
            <pc:docMk/>
            <pc:sldMk cId="1074032099" sldId="342"/>
            <ac:spMk id="2" creationId="{76FBFD56-9656-E08A-6D6D-C20EF15C03C7}"/>
          </ac:spMkLst>
        </pc:spChg>
        <pc:spChg chg="mod">
          <ac:chgData name="Guest User" userId="" providerId="Windows Live" clId="Web-{E5D7C603-F688-367F-B410-0B552F6FB48D}" dt="2026-03-10T10:48:56.042" v="79"/>
          <ac:spMkLst>
            <pc:docMk/>
            <pc:sldMk cId="1074032099" sldId="342"/>
            <ac:spMk id="3" creationId="{8FCEAE62-1705-CB91-0BFD-FDC4F3CA8121}"/>
          </ac:spMkLst>
        </pc:spChg>
      </pc:sldChg>
      <pc:sldChg chg="delSp modSp new">
        <pc:chgData name="Guest User" userId="" providerId="Windows Live" clId="Web-{E5D7C603-F688-367F-B410-0B552F6FB48D}" dt="2026-03-10T10:48:45.776" v="77" actId="20577"/>
        <pc:sldMkLst>
          <pc:docMk/>
          <pc:sldMk cId="360809233" sldId="343"/>
        </pc:sldMkLst>
        <pc:spChg chg="del">
          <ac:chgData name="Guest User" userId="" providerId="Windows Live" clId="Web-{E5D7C603-F688-367F-B410-0B552F6FB48D}" dt="2026-03-10T10:47:06.178" v="51"/>
          <ac:spMkLst>
            <pc:docMk/>
            <pc:sldMk cId="360809233" sldId="343"/>
            <ac:spMk id="2" creationId="{DCE77CE3-BBB1-E1DF-1812-116034D9C99C}"/>
          </ac:spMkLst>
        </pc:spChg>
        <pc:spChg chg="mod">
          <ac:chgData name="Guest User" userId="" providerId="Windows Live" clId="Web-{E5D7C603-F688-367F-B410-0B552F6FB48D}" dt="2026-03-10T10:48:45.776" v="77" actId="20577"/>
          <ac:spMkLst>
            <pc:docMk/>
            <pc:sldMk cId="360809233" sldId="343"/>
            <ac:spMk id="3" creationId="{061583F1-546B-D041-EE10-3C72CB715014}"/>
          </ac:spMkLst>
        </pc:spChg>
      </pc:sldChg>
      <pc:sldChg chg="modSp new">
        <pc:chgData name="Guest User" userId="" providerId="Windows Live" clId="Web-{E5D7C603-F688-367F-B410-0B552F6FB48D}" dt="2026-03-10T10:48:33.901" v="76"/>
        <pc:sldMkLst>
          <pc:docMk/>
          <pc:sldMk cId="1064515734" sldId="344"/>
        </pc:sldMkLst>
        <pc:spChg chg="mod">
          <ac:chgData name="Guest User" userId="" providerId="Windows Live" clId="Web-{E5D7C603-F688-367F-B410-0B552F6FB48D}" dt="2026-03-10T10:48:33.854" v="75"/>
          <ac:spMkLst>
            <pc:docMk/>
            <pc:sldMk cId="1064515734" sldId="344"/>
            <ac:spMk id="2" creationId="{F6E2165B-6C47-78D9-1539-5CE368CD4D15}"/>
          </ac:spMkLst>
        </pc:spChg>
        <pc:spChg chg="mod">
          <ac:chgData name="Guest User" userId="" providerId="Windows Live" clId="Web-{E5D7C603-F688-367F-B410-0B552F6FB48D}" dt="2026-03-10T10:48:33.901" v="76"/>
          <ac:spMkLst>
            <pc:docMk/>
            <pc:sldMk cId="1064515734" sldId="344"/>
            <ac:spMk id="3" creationId="{7876D63E-523F-EAC5-B96A-FFB9F3B6DB1D}"/>
          </ac:spMkLst>
        </pc:spChg>
      </pc:sldChg>
      <pc:sldChg chg="delSp modSp new">
        <pc:chgData name="Guest User" userId="" providerId="Windows Live" clId="Web-{E5D7C603-F688-367F-B410-0B552F6FB48D}" dt="2026-03-10T10:48:22.713" v="74" actId="20577"/>
        <pc:sldMkLst>
          <pc:docMk/>
          <pc:sldMk cId="1084701164" sldId="345"/>
        </pc:sldMkLst>
        <pc:spChg chg="del">
          <ac:chgData name="Guest User" userId="" providerId="Windows Live" clId="Web-{E5D7C603-F688-367F-B410-0B552F6FB48D}" dt="2026-03-10T10:48:06.603" v="73"/>
          <ac:spMkLst>
            <pc:docMk/>
            <pc:sldMk cId="1084701164" sldId="345"/>
            <ac:spMk id="2" creationId="{181E5FD7-9C51-C928-536B-B092D8046F4A}"/>
          </ac:spMkLst>
        </pc:spChg>
        <pc:spChg chg="mod">
          <ac:chgData name="Guest User" userId="" providerId="Windows Live" clId="Web-{E5D7C603-F688-367F-B410-0B552F6FB48D}" dt="2026-03-10T10:48:22.713" v="74" actId="20577"/>
          <ac:spMkLst>
            <pc:docMk/>
            <pc:sldMk cId="1084701164" sldId="345"/>
            <ac:spMk id="3" creationId="{FCA3481D-5468-B6A5-D5EF-B3AA7B6AA405}"/>
          </ac:spMkLst>
        </pc:spChg>
      </pc:sldChg>
    </pc:docChg>
  </pc:docChgLst>
  <pc:docChgLst>
    <pc:chgData name="Guest User" providerId="Windows Live" clId="Web-{9540E168-A955-966B-5536-AE7C5B486A2B}"/>
    <pc:docChg chg="addSld modSld">
      <pc:chgData name="Guest User" userId="" providerId="Windows Live" clId="Web-{9540E168-A955-966B-5536-AE7C5B486A2B}" dt="2026-03-08T15:46:31.555" v="37" actId="20577"/>
      <pc:docMkLst>
        <pc:docMk/>
      </pc:docMkLst>
      <pc:sldChg chg="modSp">
        <pc:chgData name="Guest User" userId="" providerId="Windows Live" clId="Web-{9540E168-A955-966B-5536-AE7C5B486A2B}" dt="2026-03-08T15:46:31.555" v="37" actId="20577"/>
        <pc:sldMkLst>
          <pc:docMk/>
          <pc:sldMk cId="3234961301" sldId="333"/>
        </pc:sldMkLst>
        <pc:spChg chg="mod">
          <ac:chgData name="Guest User" userId="" providerId="Windows Live" clId="Web-{9540E168-A955-966B-5536-AE7C5B486A2B}" dt="2026-03-08T15:46:31.555" v="37" actId="20577"/>
          <ac:spMkLst>
            <pc:docMk/>
            <pc:sldMk cId="3234961301" sldId="333"/>
            <ac:spMk id="3" creationId="{2C9A55D9-D5C9-55EA-7116-3ECE925A68DD}"/>
          </ac:spMkLst>
        </pc:spChg>
      </pc:sldChg>
      <pc:sldChg chg="new">
        <pc:chgData name="Guest User" userId="" providerId="Windows Live" clId="Web-{9540E168-A955-966B-5536-AE7C5B486A2B}" dt="2026-03-08T12:40:12.108" v="2"/>
        <pc:sldMkLst>
          <pc:docMk/>
          <pc:sldMk cId="2399496103" sldId="336"/>
        </pc:sldMkLst>
      </pc:sldChg>
    </pc:docChg>
  </pc:docChgLst>
  <pc:docChgLst>
    <pc:chgData name="Saket Jonwal" userId="e987aff2cc526e99" providerId="LiveId" clId="{E7F24A9B-30E1-403B-835C-32C2FE2C0384}"/>
    <pc:docChg chg="undo custSel addSld delSld modSld sldOrd">
      <pc:chgData name="Saket Jonwal" userId="e987aff2cc526e99" providerId="LiveId" clId="{E7F24A9B-30E1-403B-835C-32C2FE2C0384}" dt="2026-03-10T10:57:09.481" v="2509" actId="20577"/>
      <pc:docMkLst>
        <pc:docMk/>
      </pc:docMkLst>
      <pc:sldChg chg="add del">
        <pc:chgData name="Saket Jonwal" userId="e987aff2cc526e99" providerId="LiveId" clId="{E7F24A9B-30E1-403B-835C-32C2FE2C0384}" dt="2026-03-06T10:45:35.993" v="12"/>
        <pc:sldMkLst>
          <pc:docMk/>
          <pc:sldMk cId="1544302913" sldId="268"/>
        </pc:sldMkLst>
      </pc:sldChg>
      <pc:sldChg chg="add ord">
        <pc:chgData name="Saket Jonwal" userId="e987aff2cc526e99" providerId="LiveId" clId="{E7F24A9B-30E1-403B-835C-32C2FE2C0384}" dt="2026-03-06T10:46:06.419" v="17"/>
        <pc:sldMkLst>
          <pc:docMk/>
          <pc:sldMk cId="340064365" sldId="314"/>
        </pc:sldMkLst>
      </pc:sldChg>
      <pc:sldChg chg="modSp add mod">
        <pc:chgData name="Saket Jonwal" userId="e987aff2cc526e99" providerId="LiveId" clId="{E7F24A9B-30E1-403B-835C-32C2FE2C0384}" dt="2026-03-06T11:11:34.702" v="262" actId="20577"/>
        <pc:sldMkLst>
          <pc:docMk/>
          <pc:sldMk cId="3976303792" sldId="318"/>
        </pc:sldMkLst>
        <pc:spChg chg="mod">
          <ac:chgData name="Saket Jonwal" userId="e987aff2cc526e99" providerId="LiveId" clId="{E7F24A9B-30E1-403B-835C-32C2FE2C0384}" dt="2026-03-06T11:11:34.702" v="262" actId="20577"/>
          <ac:spMkLst>
            <pc:docMk/>
            <pc:sldMk cId="3976303792" sldId="318"/>
            <ac:spMk id="6" creationId="{4BEEED14-BB8F-2B6E-573E-BB01F0454DD1}"/>
          </ac:spMkLst>
        </pc:spChg>
      </pc:sldChg>
      <pc:sldChg chg="addSp delSp modSp new mod">
        <pc:chgData name="Saket Jonwal" userId="e987aff2cc526e99" providerId="LiveId" clId="{E7F24A9B-30E1-403B-835C-32C2FE2C0384}" dt="2026-03-08T05:42:44.075" v="1923" actId="113"/>
        <pc:sldMkLst>
          <pc:docMk/>
          <pc:sldMk cId="3623078966" sldId="319"/>
        </pc:sldMkLst>
        <pc:spChg chg="mod">
          <ac:chgData name="Saket Jonwal" userId="e987aff2cc526e99" providerId="LiveId" clId="{E7F24A9B-30E1-403B-835C-32C2FE2C0384}" dt="2026-03-06T10:49:16.991" v="118" actId="2711"/>
          <ac:spMkLst>
            <pc:docMk/>
            <pc:sldMk cId="3623078966" sldId="319"/>
            <ac:spMk id="2" creationId="{12551EFA-CEEB-74AA-2079-18A4AF6738CD}"/>
          </ac:spMkLst>
        </pc:spChg>
        <pc:graphicFrameChg chg="add mod ord modGraphic">
          <ac:chgData name="Saket Jonwal" userId="e987aff2cc526e99" providerId="LiveId" clId="{E7F24A9B-30E1-403B-835C-32C2FE2C0384}" dt="2026-03-08T05:42:44.075" v="1923" actId="113"/>
          <ac:graphicFrameMkLst>
            <pc:docMk/>
            <pc:sldMk cId="3623078966" sldId="319"/>
            <ac:graphicFrameMk id="4" creationId="{04704D2E-334B-6DCF-B5E3-91122632DDB7}"/>
          </ac:graphicFrameMkLst>
        </pc:graphicFrameChg>
      </pc:sldChg>
      <pc:sldChg chg="addSp delSp modSp new mod">
        <pc:chgData name="Saket Jonwal" userId="e987aff2cc526e99" providerId="LiveId" clId="{E7F24A9B-30E1-403B-835C-32C2FE2C0384}" dt="2026-03-08T05:42:03.988" v="1911"/>
        <pc:sldMkLst>
          <pc:docMk/>
          <pc:sldMk cId="2040237987" sldId="320"/>
        </pc:sldMkLst>
        <pc:graphicFrameChg chg="add mod ord modGraphic">
          <ac:chgData name="Saket Jonwal" userId="e987aff2cc526e99" providerId="LiveId" clId="{E7F24A9B-30E1-403B-835C-32C2FE2C0384}" dt="2026-03-08T05:42:03.988" v="1911"/>
          <ac:graphicFrameMkLst>
            <pc:docMk/>
            <pc:sldMk cId="2040237987" sldId="320"/>
            <ac:graphicFrameMk id="7" creationId="{C09AFF23-4114-B4D6-61C2-5BC7BB9DFE71}"/>
          </ac:graphicFrameMkLst>
        </pc:graphicFrameChg>
      </pc:sldChg>
      <pc:sldChg chg="addSp delSp modSp new mod">
        <pc:chgData name="Saket Jonwal" userId="e987aff2cc526e99" providerId="LiveId" clId="{E7F24A9B-30E1-403B-835C-32C2FE2C0384}" dt="2026-03-08T05:43:08.586" v="1929" actId="113"/>
        <pc:sldMkLst>
          <pc:docMk/>
          <pc:sldMk cId="909585288" sldId="321"/>
        </pc:sldMkLst>
        <pc:graphicFrameChg chg="add mod ord modGraphic">
          <ac:chgData name="Saket Jonwal" userId="e987aff2cc526e99" providerId="LiveId" clId="{E7F24A9B-30E1-403B-835C-32C2FE2C0384}" dt="2026-03-08T05:43:08.586" v="1929" actId="113"/>
          <ac:graphicFrameMkLst>
            <pc:docMk/>
            <pc:sldMk cId="909585288" sldId="321"/>
            <ac:graphicFrameMk id="4" creationId="{D6DF3EA6-38C4-DCEC-23E2-059C55CC18B6}"/>
          </ac:graphicFrameMkLst>
        </pc:graphicFrameChg>
      </pc:sldChg>
      <pc:sldChg chg="modSp new mod">
        <pc:chgData name="Saket Jonwal" userId="e987aff2cc526e99" providerId="LiveId" clId="{E7F24A9B-30E1-403B-835C-32C2FE2C0384}" dt="2026-03-08T18:07:40.428" v="2462" actId="255"/>
        <pc:sldMkLst>
          <pc:docMk/>
          <pc:sldMk cId="212775511" sldId="322"/>
        </pc:sldMkLst>
        <pc:spChg chg="mod">
          <ac:chgData name="Saket Jonwal" userId="e987aff2cc526e99" providerId="LiveId" clId="{E7F24A9B-30E1-403B-835C-32C2FE2C0384}" dt="2026-03-08T08:45:52.746" v="2046" actId="2711"/>
          <ac:spMkLst>
            <pc:docMk/>
            <pc:sldMk cId="212775511" sldId="322"/>
            <ac:spMk id="2" creationId="{2D4B9E3D-AF4A-F8EA-AB2F-3C469083F24E}"/>
          </ac:spMkLst>
        </pc:spChg>
        <pc:spChg chg="mod">
          <ac:chgData name="Saket Jonwal" userId="e987aff2cc526e99" providerId="LiveId" clId="{E7F24A9B-30E1-403B-835C-32C2FE2C0384}" dt="2026-03-08T18:07:40.428" v="2462" actId="255"/>
          <ac:spMkLst>
            <pc:docMk/>
            <pc:sldMk cId="212775511" sldId="322"/>
            <ac:spMk id="3" creationId="{D2612C83-1A69-F893-82DF-2FDB92C92AE6}"/>
          </ac:spMkLst>
        </pc:spChg>
        <pc:spChg chg="mod">
          <ac:chgData name="Saket Jonwal" userId="e987aff2cc526e99" providerId="LiveId" clId="{E7F24A9B-30E1-403B-835C-32C2FE2C0384}" dt="2026-03-08T08:45:52.746" v="2046" actId="2711"/>
          <ac:spMkLst>
            <pc:docMk/>
            <pc:sldMk cId="212775511" sldId="322"/>
            <ac:spMk id="4" creationId="{FBDB56BF-7957-E667-1144-D8C3AAF84FB7}"/>
          </ac:spMkLst>
        </pc:spChg>
      </pc:sldChg>
      <pc:sldChg chg="delSp modSp new mod">
        <pc:chgData name="Saket Jonwal" userId="e987aff2cc526e99" providerId="LiveId" clId="{E7F24A9B-30E1-403B-835C-32C2FE2C0384}" dt="2026-03-10T10:37:42.934" v="2493" actId="114"/>
        <pc:sldMkLst>
          <pc:docMk/>
          <pc:sldMk cId="4013928609" sldId="323"/>
        </pc:sldMkLst>
        <pc:spChg chg="mod">
          <ac:chgData name="Saket Jonwal" userId="e987aff2cc526e99" providerId="LiveId" clId="{E7F24A9B-30E1-403B-835C-32C2FE2C0384}" dt="2026-03-10T10:37:42.934" v="2493" actId="114"/>
          <ac:spMkLst>
            <pc:docMk/>
            <pc:sldMk cId="4013928609" sldId="323"/>
            <ac:spMk id="3" creationId="{C1B2F770-F0F6-C093-16D9-1EE5F5CE1C72}"/>
          </ac:spMkLst>
        </pc:spChg>
      </pc:sldChg>
      <pc:sldChg chg="delSp modSp new mod">
        <pc:chgData name="Saket Jonwal" userId="e987aff2cc526e99" providerId="LiveId" clId="{E7F24A9B-30E1-403B-835C-32C2FE2C0384}" dt="2026-03-08T08:47:59.197" v="2077" actId="20577"/>
        <pc:sldMkLst>
          <pc:docMk/>
          <pc:sldMk cId="3244151508" sldId="324"/>
        </pc:sldMkLst>
        <pc:spChg chg="mod">
          <ac:chgData name="Saket Jonwal" userId="e987aff2cc526e99" providerId="LiveId" clId="{E7F24A9B-30E1-403B-835C-32C2FE2C0384}" dt="2026-03-08T08:47:59.197" v="2077" actId="20577"/>
          <ac:spMkLst>
            <pc:docMk/>
            <pc:sldMk cId="3244151508" sldId="324"/>
            <ac:spMk id="3" creationId="{13459AC2-EDFF-1C0F-A34F-BDF8E250A8B4}"/>
          </ac:spMkLst>
        </pc:spChg>
      </pc:sldChg>
      <pc:sldChg chg="modSp new mod">
        <pc:chgData name="Saket Jonwal" userId="e987aff2cc526e99" providerId="LiveId" clId="{E7F24A9B-30E1-403B-835C-32C2FE2C0384}" dt="2026-03-10T10:56:04.007" v="2508" actId="27636"/>
        <pc:sldMkLst>
          <pc:docMk/>
          <pc:sldMk cId="1775426620" sldId="325"/>
        </pc:sldMkLst>
        <pc:spChg chg="mod">
          <ac:chgData name="Saket Jonwal" userId="e987aff2cc526e99" providerId="LiveId" clId="{E7F24A9B-30E1-403B-835C-32C2FE2C0384}" dt="2026-03-08T08:49:48.362" v="2084" actId="14100"/>
          <ac:spMkLst>
            <pc:docMk/>
            <pc:sldMk cId="1775426620" sldId="325"/>
            <ac:spMk id="2" creationId="{0F1C6DCB-D56B-51A6-7E9C-9A3B44620BF9}"/>
          </ac:spMkLst>
        </pc:spChg>
        <pc:spChg chg="mod">
          <ac:chgData name="Saket Jonwal" userId="e987aff2cc526e99" providerId="LiveId" clId="{E7F24A9B-30E1-403B-835C-32C2FE2C0384}" dt="2026-03-10T10:56:04.007" v="2508" actId="27636"/>
          <ac:spMkLst>
            <pc:docMk/>
            <pc:sldMk cId="1775426620" sldId="325"/>
            <ac:spMk id="3" creationId="{09DBB79A-ABA5-4744-9396-22B231ABE566}"/>
          </ac:spMkLst>
        </pc:spChg>
      </pc:sldChg>
      <pc:sldChg chg="delSp modSp new mod">
        <pc:chgData name="Saket Jonwal" userId="e987aff2cc526e99" providerId="LiveId" clId="{E7F24A9B-30E1-403B-835C-32C2FE2C0384}" dt="2026-03-08T08:50:17.084" v="2087" actId="2711"/>
        <pc:sldMkLst>
          <pc:docMk/>
          <pc:sldMk cId="3696706339" sldId="326"/>
        </pc:sldMkLst>
        <pc:spChg chg="mod">
          <ac:chgData name="Saket Jonwal" userId="e987aff2cc526e99" providerId="LiveId" clId="{E7F24A9B-30E1-403B-835C-32C2FE2C0384}" dt="2026-03-08T08:50:17.084" v="2087" actId="2711"/>
          <ac:spMkLst>
            <pc:docMk/>
            <pc:sldMk cId="3696706339" sldId="326"/>
            <ac:spMk id="3" creationId="{684947EE-35DB-B360-B685-D0683ACC7974}"/>
          </ac:spMkLst>
        </pc:spChg>
        <pc:spChg chg="mod">
          <ac:chgData name="Saket Jonwal" userId="e987aff2cc526e99" providerId="LiveId" clId="{E7F24A9B-30E1-403B-835C-32C2FE2C0384}" dt="2026-03-08T08:50:17.084" v="2087" actId="2711"/>
          <ac:spMkLst>
            <pc:docMk/>
            <pc:sldMk cId="3696706339" sldId="326"/>
            <ac:spMk id="4" creationId="{9143EBEE-4469-38E8-97A9-80DF516F48C1}"/>
          </ac:spMkLst>
        </pc:spChg>
      </pc:sldChg>
      <pc:sldChg chg="modSp new mod">
        <pc:chgData name="Saket Jonwal" userId="e987aff2cc526e99" providerId="LiveId" clId="{E7F24A9B-30E1-403B-835C-32C2FE2C0384}" dt="2026-03-10T10:57:09.481" v="2509" actId="20577"/>
        <pc:sldMkLst>
          <pc:docMk/>
          <pc:sldMk cId="2859325539" sldId="327"/>
        </pc:sldMkLst>
        <pc:spChg chg="mod">
          <ac:chgData name="Saket Jonwal" userId="e987aff2cc526e99" providerId="LiveId" clId="{E7F24A9B-30E1-403B-835C-32C2FE2C0384}" dt="2026-03-08T08:50:55.056" v="2097" actId="1076"/>
          <ac:spMkLst>
            <pc:docMk/>
            <pc:sldMk cId="2859325539" sldId="327"/>
            <ac:spMk id="2" creationId="{701F3B8F-0279-7F88-0F5D-F5167F6D0A42}"/>
          </ac:spMkLst>
        </pc:spChg>
        <pc:spChg chg="mod">
          <ac:chgData name="Saket Jonwal" userId="e987aff2cc526e99" providerId="LiveId" clId="{E7F24A9B-30E1-403B-835C-32C2FE2C0384}" dt="2026-03-10T10:57:09.481" v="2509" actId="20577"/>
          <ac:spMkLst>
            <pc:docMk/>
            <pc:sldMk cId="2859325539" sldId="327"/>
            <ac:spMk id="3" creationId="{1053737B-ACE9-0A49-04B2-B40A1FF476ED}"/>
          </ac:spMkLst>
        </pc:spChg>
        <pc:spChg chg="mod">
          <ac:chgData name="Saket Jonwal" userId="e987aff2cc526e99" providerId="LiveId" clId="{E7F24A9B-30E1-403B-835C-32C2FE2C0384}" dt="2026-03-08T08:50:39.696" v="2093" actId="14100"/>
          <ac:spMkLst>
            <pc:docMk/>
            <pc:sldMk cId="2859325539" sldId="327"/>
            <ac:spMk id="4" creationId="{5F6C10D8-D8A4-C13F-19A9-24E2EB5EDEC4}"/>
          </ac:spMkLst>
        </pc:spChg>
      </pc:sldChg>
      <pc:sldChg chg="modSp new mod">
        <pc:chgData name="Saket Jonwal" userId="e987aff2cc526e99" providerId="LiveId" clId="{E7F24A9B-30E1-403B-835C-32C2FE2C0384}" dt="2026-03-08T18:45:01.821" v="2469" actId="113"/>
        <pc:sldMkLst>
          <pc:docMk/>
          <pc:sldMk cId="1199384387" sldId="328"/>
        </pc:sldMkLst>
        <pc:spChg chg="mod">
          <ac:chgData name="Saket Jonwal" userId="e987aff2cc526e99" providerId="LiveId" clId="{E7F24A9B-30E1-403B-835C-32C2FE2C0384}" dt="2026-03-08T08:52:49.753" v="2179" actId="2711"/>
          <ac:spMkLst>
            <pc:docMk/>
            <pc:sldMk cId="1199384387" sldId="328"/>
            <ac:spMk id="2" creationId="{B6C8EBCD-5108-4A9D-C3F9-03BD35BD5A45}"/>
          </ac:spMkLst>
        </pc:spChg>
        <pc:spChg chg="mod">
          <ac:chgData name="Saket Jonwal" userId="e987aff2cc526e99" providerId="LiveId" clId="{E7F24A9B-30E1-403B-835C-32C2FE2C0384}" dt="2026-03-08T18:45:01.821" v="2469" actId="113"/>
          <ac:spMkLst>
            <pc:docMk/>
            <pc:sldMk cId="1199384387" sldId="328"/>
            <ac:spMk id="3" creationId="{E695BE32-BDA9-C1A5-F66E-E3A40B5A2733}"/>
          </ac:spMkLst>
        </pc:spChg>
        <pc:spChg chg="mod">
          <ac:chgData name="Saket Jonwal" userId="e987aff2cc526e99" providerId="LiveId" clId="{E7F24A9B-30E1-403B-835C-32C2FE2C0384}" dt="2026-03-08T08:52:49.753" v="2179" actId="2711"/>
          <ac:spMkLst>
            <pc:docMk/>
            <pc:sldMk cId="1199384387" sldId="328"/>
            <ac:spMk id="4" creationId="{5CC8572E-6432-AFFA-B10F-2DC5F9AA3E41}"/>
          </ac:spMkLst>
        </pc:spChg>
      </pc:sldChg>
      <pc:sldChg chg="delSp modSp new mod">
        <pc:chgData name="Saket Jonwal" userId="e987aff2cc526e99" providerId="LiveId" clId="{E7F24A9B-30E1-403B-835C-32C2FE2C0384}" dt="2026-03-08T18:45:12.372" v="2470" actId="114"/>
        <pc:sldMkLst>
          <pc:docMk/>
          <pc:sldMk cId="1756829538" sldId="329"/>
        </pc:sldMkLst>
        <pc:spChg chg="mod">
          <ac:chgData name="Saket Jonwal" userId="e987aff2cc526e99" providerId="LiveId" clId="{E7F24A9B-30E1-403B-835C-32C2FE2C0384}" dt="2026-03-08T18:45:12.372" v="2470" actId="114"/>
          <ac:spMkLst>
            <pc:docMk/>
            <pc:sldMk cId="1756829538" sldId="329"/>
            <ac:spMk id="3" creationId="{D86F6093-6083-22EE-39A5-B2CA17CD40F7}"/>
          </ac:spMkLst>
        </pc:spChg>
      </pc:sldChg>
      <pc:sldChg chg="addSp delSp modSp new mod">
        <pc:chgData name="Saket Jonwal" userId="e987aff2cc526e99" providerId="LiveId" clId="{E7F24A9B-30E1-403B-835C-32C2FE2C0384}" dt="2026-03-08T05:53:28.598" v="2045" actId="2165"/>
        <pc:sldMkLst>
          <pc:docMk/>
          <pc:sldMk cId="3609145847" sldId="330"/>
        </pc:sldMkLst>
        <pc:graphicFrameChg chg="add mod ord modGraphic">
          <ac:chgData name="Saket Jonwal" userId="e987aff2cc526e99" providerId="LiveId" clId="{E7F24A9B-30E1-403B-835C-32C2FE2C0384}" dt="2026-03-08T05:53:28.598" v="2045" actId="2165"/>
          <ac:graphicFrameMkLst>
            <pc:docMk/>
            <pc:sldMk cId="3609145847" sldId="330"/>
            <ac:graphicFrameMk id="5" creationId="{B4C3422E-31F8-5D9E-72F8-769660E9C982}"/>
          </ac:graphicFrameMkLst>
        </pc:graphicFrameChg>
      </pc:sldChg>
      <pc:sldChg chg="modSp new mod">
        <pc:chgData name="Saket Jonwal" userId="e987aff2cc526e99" providerId="LiveId" clId="{E7F24A9B-30E1-403B-835C-32C2FE2C0384}" dt="2026-03-08T18:46:08.408" v="2475" actId="20577"/>
        <pc:sldMkLst>
          <pc:docMk/>
          <pc:sldMk cId="2458457208" sldId="331"/>
        </pc:sldMkLst>
        <pc:spChg chg="mod">
          <ac:chgData name="Saket Jonwal" userId="e987aff2cc526e99" providerId="LiveId" clId="{E7F24A9B-30E1-403B-835C-32C2FE2C0384}" dt="2026-03-08T09:09:12.387" v="2197" actId="1076"/>
          <ac:spMkLst>
            <pc:docMk/>
            <pc:sldMk cId="2458457208" sldId="331"/>
            <ac:spMk id="2" creationId="{E810B90A-698A-0624-7F7B-49242BE640B5}"/>
          </ac:spMkLst>
        </pc:spChg>
        <pc:spChg chg="mod">
          <ac:chgData name="Saket Jonwal" userId="e987aff2cc526e99" providerId="LiveId" clId="{E7F24A9B-30E1-403B-835C-32C2FE2C0384}" dt="2026-03-08T18:46:08.408" v="2475" actId="20577"/>
          <ac:spMkLst>
            <pc:docMk/>
            <pc:sldMk cId="2458457208" sldId="331"/>
            <ac:spMk id="3" creationId="{36AA1918-9C1F-6670-1AF4-88790A0F1F38}"/>
          </ac:spMkLst>
        </pc:spChg>
      </pc:sldChg>
      <pc:sldChg chg="delSp modSp new mod">
        <pc:chgData name="Saket Jonwal" userId="e987aff2cc526e99" providerId="LiveId" clId="{E7F24A9B-30E1-403B-835C-32C2FE2C0384}" dt="2026-03-08T18:46:25.942" v="2477" actId="255"/>
        <pc:sldMkLst>
          <pc:docMk/>
          <pc:sldMk cId="4164107773" sldId="332"/>
        </pc:sldMkLst>
        <pc:spChg chg="mod">
          <ac:chgData name="Saket Jonwal" userId="e987aff2cc526e99" providerId="LiveId" clId="{E7F24A9B-30E1-403B-835C-32C2FE2C0384}" dt="2026-03-08T18:46:25.942" v="2477" actId="255"/>
          <ac:spMkLst>
            <pc:docMk/>
            <pc:sldMk cId="4164107773" sldId="332"/>
            <ac:spMk id="3" creationId="{24E5C37B-0279-55BA-B716-58FD3C2F3757}"/>
          </ac:spMkLst>
        </pc:spChg>
        <pc:spChg chg="mod">
          <ac:chgData name="Saket Jonwal" userId="e987aff2cc526e99" providerId="LiveId" clId="{E7F24A9B-30E1-403B-835C-32C2FE2C0384}" dt="2026-03-08T18:46:25.942" v="2477" actId="255"/>
          <ac:spMkLst>
            <pc:docMk/>
            <pc:sldMk cId="4164107773" sldId="332"/>
            <ac:spMk id="4" creationId="{0CD17F82-7DC1-DCC5-CCFC-62F2EC827F06}"/>
          </ac:spMkLst>
        </pc:spChg>
      </pc:sldChg>
      <pc:sldChg chg="addSp delSp modSp new mod">
        <pc:chgData name="Saket Jonwal" userId="e987aff2cc526e99" providerId="LiveId" clId="{E7F24A9B-30E1-403B-835C-32C2FE2C0384}" dt="2026-03-08T18:46:51.232" v="2487" actId="27636"/>
        <pc:sldMkLst>
          <pc:docMk/>
          <pc:sldMk cId="3234961301" sldId="333"/>
        </pc:sldMkLst>
        <pc:spChg chg="mod">
          <ac:chgData name="Saket Jonwal" userId="e987aff2cc526e99" providerId="LiveId" clId="{E7F24A9B-30E1-403B-835C-32C2FE2C0384}" dt="2026-03-08T18:46:51.232" v="2487" actId="27636"/>
          <ac:spMkLst>
            <pc:docMk/>
            <pc:sldMk cId="3234961301" sldId="333"/>
            <ac:spMk id="3" creationId="{2C9A55D9-D5C9-55EA-7116-3ECE925A68DD}"/>
          </ac:spMkLst>
        </pc:spChg>
      </pc:sldChg>
      <pc:sldChg chg="modSp mod">
        <pc:chgData name="Saket Jonwal" userId="e987aff2cc526e99" providerId="LiveId" clId="{E7F24A9B-30E1-403B-835C-32C2FE2C0384}" dt="2026-03-08T18:47:43.564" v="2490" actId="1076"/>
        <pc:sldMkLst>
          <pc:docMk/>
          <pc:sldMk cId="2399496103" sldId="336"/>
        </pc:sldMkLst>
        <pc:spChg chg="mod">
          <ac:chgData name="Saket Jonwal" userId="e987aff2cc526e99" providerId="LiveId" clId="{E7F24A9B-30E1-403B-835C-32C2FE2C0384}" dt="2026-03-08T18:47:28.346" v="2488" actId="1076"/>
          <ac:spMkLst>
            <pc:docMk/>
            <pc:sldMk cId="2399496103" sldId="336"/>
            <ac:spMk id="2" creationId="{F5C6813C-49EE-7B0C-81B2-7D4F072D33F7}"/>
          </ac:spMkLst>
        </pc:spChg>
        <pc:spChg chg="mod">
          <ac:chgData name="Saket Jonwal" userId="e987aff2cc526e99" providerId="LiveId" clId="{E7F24A9B-30E1-403B-835C-32C2FE2C0384}" dt="2026-03-08T18:47:43.564" v="2490" actId="1076"/>
          <ac:spMkLst>
            <pc:docMk/>
            <pc:sldMk cId="2399496103" sldId="336"/>
            <ac:spMk id="13" creationId="{C0FB4F50-9691-331E-3EBF-EF69952E93D5}"/>
          </ac:spMkLst>
        </pc:spChg>
        <pc:spChg chg="mod">
          <ac:chgData name="Saket Jonwal" userId="e987aff2cc526e99" providerId="LiveId" clId="{E7F24A9B-30E1-403B-835C-32C2FE2C0384}" dt="2026-03-08T18:47:39.949" v="2489" actId="1076"/>
          <ac:spMkLst>
            <pc:docMk/>
            <pc:sldMk cId="2399496103" sldId="336"/>
            <ac:spMk id="14" creationId="{F7A85A3D-B6B1-E5D6-A921-78B4A07F3538}"/>
          </ac:spMkLst>
        </pc:spChg>
      </pc:sldChg>
      <pc:sldChg chg="modSp mod">
        <pc:chgData name="Saket Jonwal" userId="e987aff2cc526e99" providerId="LiveId" clId="{E7F24A9B-30E1-403B-835C-32C2FE2C0384}" dt="2026-03-08T18:48:00.444" v="2492" actId="1076"/>
        <pc:sldMkLst>
          <pc:docMk/>
          <pc:sldMk cId="695221909" sldId="337"/>
        </pc:sldMkLst>
        <pc:spChg chg="mod">
          <ac:chgData name="Saket Jonwal" userId="e987aff2cc526e99" providerId="LiveId" clId="{E7F24A9B-30E1-403B-835C-32C2FE2C0384}" dt="2026-03-08T18:47:55.782" v="2491" actId="1076"/>
          <ac:spMkLst>
            <pc:docMk/>
            <pc:sldMk cId="695221909" sldId="337"/>
            <ac:spMk id="11" creationId="{7DA454B8-72B7-1214-B2A8-F64656806A03}"/>
          </ac:spMkLst>
        </pc:spChg>
        <pc:graphicFrameChg chg="mod">
          <ac:chgData name="Saket Jonwal" userId="e987aff2cc526e99" providerId="LiveId" clId="{E7F24A9B-30E1-403B-835C-32C2FE2C0384}" dt="2026-03-08T18:48:00.444" v="2492" actId="1076"/>
          <ac:graphicFrameMkLst>
            <pc:docMk/>
            <pc:sldMk cId="695221909" sldId="337"/>
            <ac:graphicFrameMk id="10" creationId="{2060F017-B5AB-3876-1D88-DC5809DBBD36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D6523-4D9B-4A82-9FE3-D01E27EAB0A2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916BE-6C40-42EC-8866-8BAA1F5FE1A7}" type="datetime1">
              <a:rPr lang="en-US" smtClean="0"/>
              <a:t>3/10/2026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6C05-D2C2-479D-A374-E2876DA9A2B2}" type="datetime1">
              <a:rPr lang="en-US" smtClean="0"/>
              <a:t>3/10/2026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EAC8-3507-4424-A99D-6949680F4B00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9F2F2-01FC-4410-BF63-4D840A08EB4A}" type="datetime1">
              <a:rPr lang="en-US" smtClean="0"/>
              <a:t>3/10/2026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4E9CD6-CB9B-4212-BCFD-ED82B74429B1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7BFE5-08C4-4B0C-84E5-7773970BB00C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AF84-A35F-414E-AD33-CF364D3EC493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AC4D55C2-BFCF-4EA4-B02D-C486A4238B6C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qwG77msmF2oO8doUGwgtkrXdz0KD0xtk/view?usp=drive_link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pectroscopyonline.com/view/portable-raman-spectroscopy-line-characterization-carbon-nanomaterials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F88E0-2D6B-F23C-2693-9D5F1C9F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471F8-55B2-3E4C-9B73-C3DB1A893BE2}"/>
              </a:ext>
            </a:extLst>
          </p:cNvPr>
          <p:cNvSpPr txBox="1"/>
          <p:nvPr/>
        </p:nvSpPr>
        <p:spPr>
          <a:xfrm>
            <a:off x="1534668" y="2057906"/>
            <a:ext cx="102321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LNP Manufacturing and Process     </a:t>
            </a:r>
          </a:p>
          <a:p>
            <a:r>
              <a:rPr lang="en-US" sz="5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Simulation</a:t>
            </a:r>
            <a:endParaRPr lang="en-IN" sz="5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EEED14-BB8F-2B6E-573E-BB01F0454DD1}"/>
              </a:ext>
            </a:extLst>
          </p:cNvPr>
          <p:cNvSpPr txBox="1"/>
          <p:nvPr/>
        </p:nvSpPr>
        <p:spPr>
          <a:xfrm>
            <a:off x="5128260" y="1873240"/>
            <a:ext cx="5961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 299 presentation 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E313D-7B1D-B6B4-4094-4008CCCEEF2A}"/>
              </a:ext>
            </a:extLst>
          </p:cNvPr>
          <p:cNvSpPr txBox="1"/>
          <p:nvPr/>
        </p:nvSpPr>
        <p:spPr>
          <a:xfrm>
            <a:off x="7915656" y="4322064"/>
            <a:ext cx="4526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Prof. Kaustubh S. Rane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Chemical Engineering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438E97-A9BD-C4C8-D872-0F9A95D67111}"/>
              </a:ext>
            </a:extLst>
          </p:cNvPr>
          <p:cNvSpPr txBox="1"/>
          <p:nvPr/>
        </p:nvSpPr>
        <p:spPr>
          <a:xfrm>
            <a:off x="911352" y="4322064"/>
            <a:ext cx="3849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Rhythem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Soni 24110296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Aman Bola 24110032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Saket Jonwal 24110311</a:t>
            </a:r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364D75EF-2CC9-7EEB-1DBE-EA0605B2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757" y="415335"/>
            <a:ext cx="1388102" cy="1388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4F0C140A-20AD-69BF-589F-D2CDF172898F}"/>
              </a:ext>
            </a:extLst>
          </p:cNvPr>
          <p:cNvSpPr txBox="1">
            <a:spLocks/>
          </p:cNvSpPr>
          <p:nvPr/>
        </p:nvSpPr>
        <p:spPr>
          <a:xfrm>
            <a:off x="10817711" y="64420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0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6813C-49EE-7B0C-81B2-7D4F072D3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809" y="470407"/>
            <a:ext cx="9601200" cy="1142385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Key Process Parameters</a:t>
            </a:r>
          </a:p>
          <a:p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9B5B73E-CB2F-E616-17E5-E31FFB08B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828290"/>
              </p:ext>
            </p:extLst>
          </p:nvPr>
        </p:nvGraphicFramePr>
        <p:xfrm>
          <a:off x="1295400" y="1981200"/>
          <a:ext cx="9601200" cy="1463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3204657566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1101071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905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Flow rate ratio (aqueous : organic)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3 :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219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Total mixer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12 mL/min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1748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Ethanol fraction after mixing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25 %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8649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94E47-F469-BCDC-3409-F13C6D75A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5328F-1F6E-B8C0-3EBB-C99A1B3DEFA7}"/>
              </a:ext>
            </a:extLst>
          </p:cNvPr>
          <p:cNvSpPr txBox="1"/>
          <p:nvPr/>
        </p:nvSpPr>
        <p:spPr>
          <a:xfrm>
            <a:off x="1567543" y="4078514"/>
            <a:ext cx="55154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ADB9F93-6134-57BB-2D17-2CB8F7F13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61006"/>
              </p:ext>
            </p:extLst>
          </p:nvPr>
        </p:nvGraphicFramePr>
        <p:xfrm>
          <a:off x="1292412" y="4057127"/>
          <a:ext cx="9608494" cy="1463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804247">
                  <a:extLst>
                    <a:ext uri="{9D8B030D-6E8A-4147-A177-3AD203B41FA5}">
                      <a16:colId xmlns:a16="http://schemas.microsoft.com/office/drawing/2014/main" val="820871567"/>
                    </a:ext>
                  </a:extLst>
                </a:gridCol>
                <a:gridCol w="4804247">
                  <a:extLst>
                    <a:ext uri="{9D8B030D-6E8A-4147-A177-3AD203B41FA5}">
                      <a16:colId xmlns:a16="http://schemas.microsoft.com/office/drawing/2014/main" val="1495227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/>
                          <a:cs typeface="Times New Roman"/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latin typeface="Times New Roman"/>
                          <a:cs typeface="Times New Roman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217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Dilution buffer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36 mL/min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631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Total flow after dilution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48 mL/min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013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Ethanol concentration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6.25 %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953384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0FB4F50-9691-331E-3EBF-EF69952E93D5}"/>
              </a:ext>
            </a:extLst>
          </p:cNvPr>
          <p:cNvSpPr txBox="1"/>
          <p:nvPr/>
        </p:nvSpPr>
        <p:spPr>
          <a:xfrm>
            <a:off x="1009809" y="1628216"/>
            <a:ext cx="24384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Mixer Conditions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A85A3D-B6B1-E5D6-A921-78B4A07F3538}"/>
              </a:ext>
            </a:extLst>
          </p:cNvPr>
          <p:cNvSpPr txBox="1"/>
          <p:nvPr/>
        </p:nvSpPr>
        <p:spPr>
          <a:xfrm>
            <a:off x="1009809" y="3687795"/>
            <a:ext cx="22206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Dilution Step</a:t>
            </a:r>
          </a:p>
        </p:txBody>
      </p:sp>
    </p:spTree>
    <p:extLst>
      <p:ext uri="{BB962C8B-B14F-4D97-AF65-F5344CB8AC3E}">
        <p14:creationId xmlns:p14="http://schemas.microsoft.com/office/powerpoint/2010/main" val="239949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698EC-57C6-5086-3BBB-4F74FC048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latin typeface="Times New Roman"/>
                <a:cs typeface="Times New Roman"/>
              </a:rPr>
              <a:t>3</a:t>
            </a:fld>
            <a:endParaRPr lang="en-US">
              <a:latin typeface="Times New Roman"/>
              <a:cs typeface="Times New Roman"/>
            </a:endParaRP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060F017-B5AB-3876-1D88-DC5809DBBD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886947"/>
              </p:ext>
            </p:extLst>
          </p:nvPr>
        </p:nvGraphicFramePr>
        <p:xfrm>
          <a:off x="1295400" y="1524538"/>
          <a:ext cx="9601200" cy="1828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210940653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19877189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883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Membrane MWCO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100 kDa</a:t>
                      </a:r>
                      <a:endParaRPr lang="en-US" err="1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401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TMP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1 bar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7662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Crossflow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30–100 mL/min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512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Concentration 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6×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94459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DA454B8-72B7-1214-B2A8-F64656806A03}"/>
              </a:ext>
            </a:extLst>
          </p:cNvPr>
          <p:cNvSpPr txBox="1"/>
          <p:nvPr/>
        </p:nvSpPr>
        <p:spPr>
          <a:xfrm>
            <a:off x="1295400" y="1081314"/>
            <a:ext cx="25545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TFF Operation</a:t>
            </a:r>
          </a:p>
        </p:txBody>
      </p:sp>
    </p:spTree>
    <p:extLst>
      <p:ext uri="{BB962C8B-B14F-4D97-AF65-F5344CB8AC3E}">
        <p14:creationId xmlns:p14="http://schemas.microsoft.com/office/powerpoint/2010/main" val="69522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DD41D-3EA9-4F8C-D292-5F17F5199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Material Balance Key Streams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3A7AFD9-301C-9A0B-5189-52E10075FF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7262"/>
              </p:ext>
            </p:extLst>
          </p:nvPr>
        </p:nvGraphicFramePr>
        <p:xfrm>
          <a:off x="1302871" y="2197847"/>
          <a:ext cx="9601200" cy="1463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62896541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7296439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Stream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4735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Organic lipid 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3 mL/min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170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Aqueous mRNA solution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9 mL/min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5625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Dilution buffer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/>
                          <a:cs typeface="Times New Roman"/>
                        </a:rPr>
                        <a:t>36 mL/min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88666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95E8-58EB-74E7-2B93-8FFA4E87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latin typeface="Times New Roman"/>
                <a:cs typeface="Times New Roman"/>
              </a:rPr>
              <a:t>4</a:t>
            </a:fld>
            <a:endParaRPr lang="en-US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06FDC-D31C-D455-1EAE-F43330C502ED}"/>
              </a:ext>
            </a:extLst>
          </p:cNvPr>
          <p:cNvSpPr txBox="1"/>
          <p:nvPr/>
        </p:nvSpPr>
        <p:spPr>
          <a:xfrm>
            <a:off x="986971" y="1756228"/>
            <a:ext cx="32221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Feed Streams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3CBB4-3B72-1003-C146-292F0EEF187F}"/>
              </a:ext>
            </a:extLst>
          </p:cNvPr>
          <p:cNvSpPr txBox="1"/>
          <p:nvPr/>
        </p:nvSpPr>
        <p:spPr>
          <a:xfrm>
            <a:off x="1074056" y="3831771"/>
            <a:ext cx="484777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Total Feed to TFF: </a:t>
            </a:r>
            <a:r>
              <a:rPr lang="en-US">
                <a:latin typeface="Times New Roman"/>
                <a:cs typeface="Times New Roman"/>
              </a:rPr>
              <a:t>48 mL/min</a:t>
            </a:r>
          </a:p>
          <a:p>
            <a:r>
              <a:rPr lang="en-US" b="1">
                <a:latin typeface="Times New Roman"/>
                <a:cs typeface="Times New Roman"/>
              </a:rPr>
              <a:t>Final Product Flow Rate: </a:t>
            </a:r>
            <a:r>
              <a:rPr lang="en-US">
                <a:latin typeface="Times New Roman"/>
                <a:cs typeface="Times New Roman"/>
              </a:rPr>
              <a:t>7.5 mL/min</a:t>
            </a:r>
          </a:p>
          <a:p>
            <a:r>
              <a:rPr lang="en-US" b="1">
                <a:latin typeface="Times New Roman"/>
                <a:ea typeface="+mn-lt"/>
                <a:cs typeface="Times New Roman"/>
              </a:rPr>
              <a:t>Composition:</a:t>
            </a:r>
            <a:endParaRPr lang="en-US" b="1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Lipids = 30 mg/min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mRNA = 4.5 mg/min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/>
                <a:ea typeface="+mn-lt"/>
                <a:cs typeface="Times New Roman"/>
              </a:rPr>
              <a:t>Buffer salts = 102 mg/min</a:t>
            </a:r>
            <a:endParaRPr lang="en-US">
              <a:latin typeface="Times New Roman"/>
              <a:cs typeface="Times New Roman"/>
            </a:endParaRPr>
          </a:p>
          <a:p>
            <a:endParaRPr lang="en-US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846A4F-C4D6-512B-2599-5D1368B9AB90}"/>
              </a:ext>
            </a:extLst>
          </p:cNvPr>
          <p:cNvSpPr txBox="1"/>
          <p:nvPr/>
        </p:nvSpPr>
        <p:spPr>
          <a:xfrm>
            <a:off x="6066971" y="3904342"/>
            <a:ext cx="4572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Overall Balance:</a:t>
            </a:r>
            <a:br>
              <a:rPr lang="en-US" b="1">
                <a:latin typeface="Times New Roman"/>
                <a:cs typeface="Times New Roman"/>
              </a:rPr>
            </a:br>
            <a:r>
              <a:rPr lang="en-US">
                <a:latin typeface="Times New Roman"/>
                <a:ea typeface="+mn-lt"/>
                <a:cs typeface="Times New Roman"/>
              </a:rPr>
              <a:t>Input = 48 mL/min</a:t>
            </a:r>
            <a:endParaRPr lang="en-US" b="1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Times New Roman"/>
              </a:rPr>
              <a:t>Output = 48 mL/min</a:t>
            </a:r>
            <a:endParaRPr lang="en-US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1275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D02B2-EEB8-3D8F-379F-637FE1DC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The Nanoparticle Structure (Primary Lipids)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F3608-4CCF-6728-3921-846F4E58D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Ionizable Lipids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Lipids that change their electrical charge based on the surrounding pH (acidic vs. neutral).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Bind and encapsulate the negatively charged RNA payload, and later help release it inside the target cell.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Clr>
                <a:srgbClr val="A43F27"/>
              </a:buClr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Helper Phospholipids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Structural lipids that form the foundation of standard cell membranes.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Provide structural integrity to the LNP and help the nanoparticle fuse with the target cell's membrane.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60A97-52E3-B51F-3B6B-2CB5CA9B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4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A85AB-79BD-8898-ACF2-703AFBCD6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984116"/>
            <a:ext cx="9601200" cy="48070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Sterols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Rigid, ring-structured lipid molecules (e.g., cholesterol).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Fill gaps between other lipids to regulate the structural fluidity and stability of the nanoparticle core.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Clr>
                <a:srgbClr val="A43F27"/>
              </a:buClr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PEG Lipids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Lipids attached to polyethylene glycol (PEG) polymer chains.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Coat the LNP surface to prevent particles from clumping together and hide them from the immune system.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39510-D7F1-0E7D-1F50-A9934A9D1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83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47156-FB9F-3128-E496-2120AC47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Manufacturing &amp; Processing Agents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62577-01EF-8AD4-52B7-7A344224F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Organic Solvents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Carbon-based liquids (e.g., ethanol, methanol) capable of dissolving hydrophobic materials.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Dissolve the lipids so they can be mixed with the water-soluble RNA during the initial nanoparticle formation process.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Clr>
                <a:srgbClr val="A43F27"/>
              </a:buClr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Buffer Acids &amp; Salts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Chemical systems designed to maintain a specific, constant pH in a solution.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Control the pH during mixing to ensure ionizable lipids carry the necessary positive charge to efficiently bind the RNA.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FC2BC-5F66-041C-C00C-2F0D539F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9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FD56-9656-E08A-6D6D-C20EF15C0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Storage &amp; Protection Excipients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EAE62-1705-CB91-0BFD-FDC4F3CA8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Cryoprotectants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Specific sugars or polyols (e.g., sucrose, trehalose) that protect physical structures at freezing temperatures.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Prevent ice crystals from physically piercing and destroying the fragile lipid spheres during deep-freeze storage.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Clr>
                <a:srgbClr val="A43F27"/>
              </a:buClr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Antioxidants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Compounds that inhibit oxidation reactions.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Protect lipids and RNA from oxidative degradation, extending the overall shelf life of the formulation.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FFCE7-3D2E-68F2-5E83-9684F4EA1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032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583F1-546B-D041-EE10-3C72CB715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Chelating Agents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Molecules (e.g., EDTA) that bind tightly to free, reactive metal ions.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Trap trace metals that would otherwise catalyze drug degradation or activate enzymes that destroy RNA.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5A36E-2247-5A66-56A0-F88FF2A54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165B-6C47-78D9-1539-5CE368CD4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imes New Roman"/>
                <a:ea typeface="+mj-lt"/>
                <a:cs typeface="Times New Roman"/>
              </a:rPr>
              <a:t>Final Formulation &amp; Delivery Excipients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6D63E-523F-EAC5-B96A-FFB9F3B6D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Surfactants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Surface-active agents (e.g., Polysorbate 20) that lower the surface tension of liquids.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Prevent the nanoparticles from sticking to the walls of glass vials, syringes, and manufacturing tubing.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Clr>
                <a:srgbClr val="A43F27"/>
              </a:buClr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Salts</a:t>
            </a:r>
            <a:endParaRPr lang="en-US" b="1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Standard ionic compounds (e.g., Sodium Chloride).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Ensure the final liquid suspension matches the salt concentration of human blood to prevent cell damage and pain upon injection.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D43E3-6660-5ECA-EC8A-F196E4E3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15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3481D-5468-B6A5-D5EF-B3AA7B6AA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latin typeface="Times New Roman"/>
                <a:ea typeface="+mn-lt"/>
                <a:cs typeface="Times New Roman"/>
              </a:rPr>
              <a:t>Stabilizers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Definition:</a:t>
            </a:r>
            <a:r>
              <a:rPr lang="en-US">
                <a:latin typeface="Times New Roman"/>
                <a:ea typeface="+mn-lt"/>
                <a:cs typeface="Times New Roman"/>
              </a:rPr>
              <a:t> Viscosity-modifying or structure-supporting agents (e.g., Glycerol).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r>
              <a:rPr lang="en-US" b="1">
                <a:latin typeface="Times New Roman"/>
                <a:ea typeface="+mn-lt"/>
                <a:cs typeface="Times New Roman"/>
              </a:rPr>
              <a:t>Use:</a:t>
            </a:r>
            <a:r>
              <a:rPr lang="en-US">
                <a:latin typeface="Times New Roman"/>
                <a:ea typeface="+mn-lt"/>
                <a:cs typeface="Times New Roman"/>
              </a:rPr>
              <a:t> Keep the nanoparticle suspension evenly mixed and prevent the particles from settling or aggregating over time.</a:t>
            </a:r>
            <a:endParaRPr lang="en-US">
              <a:latin typeface="Times New Roman"/>
              <a:cs typeface="Times New Roman"/>
            </a:endParaRPr>
          </a:p>
          <a:p>
            <a:pPr>
              <a:buClr>
                <a:srgbClr val="A43F27"/>
              </a:buClr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B1BBE0-4B29-0F2C-ADD0-C3E708834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0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34F904-563B-B887-C5FE-2FF4EDD776AF}"/>
              </a:ext>
            </a:extLst>
          </p:cNvPr>
          <p:cNvGraphicFramePr>
            <a:graphicFrameLocks noGrp="1"/>
          </p:cNvGraphicFramePr>
          <p:nvPr/>
        </p:nvGraphicFramePr>
        <p:xfrm>
          <a:off x="716662" y="1645921"/>
          <a:ext cx="5948172" cy="3256482"/>
        </p:xfrm>
        <a:graphic>
          <a:graphicData uri="http://schemas.openxmlformats.org/drawingml/2006/table">
            <a:tbl>
              <a:tblPr/>
              <a:tblGrid>
                <a:gridCol w="1487043">
                  <a:extLst>
                    <a:ext uri="{9D8B030D-6E8A-4147-A177-3AD203B41FA5}">
                      <a16:colId xmlns:a16="http://schemas.microsoft.com/office/drawing/2014/main" val="2442350710"/>
                    </a:ext>
                  </a:extLst>
                </a:gridCol>
                <a:gridCol w="1487043">
                  <a:extLst>
                    <a:ext uri="{9D8B030D-6E8A-4147-A177-3AD203B41FA5}">
                      <a16:colId xmlns:a16="http://schemas.microsoft.com/office/drawing/2014/main" val="749284636"/>
                    </a:ext>
                  </a:extLst>
                </a:gridCol>
                <a:gridCol w="1487043">
                  <a:extLst>
                    <a:ext uri="{9D8B030D-6E8A-4147-A177-3AD203B41FA5}">
                      <a16:colId xmlns:a16="http://schemas.microsoft.com/office/drawing/2014/main" val="630076734"/>
                    </a:ext>
                  </a:extLst>
                </a:gridCol>
                <a:gridCol w="1487043">
                  <a:extLst>
                    <a:ext uri="{9D8B030D-6E8A-4147-A177-3AD203B41FA5}">
                      <a16:colId xmlns:a16="http://schemas.microsoft.com/office/drawing/2014/main" val="3087526559"/>
                    </a:ext>
                  </a:extLst>
                </a:gridCol>
              </a:tblGrid>
              <a:tr h="61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removal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281658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0471334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At-line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814366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 real-time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721313"/>
                  </a:ext>
                </a:extLst>
              </a:tr>
              <a:tr h="618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3597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6019405-98C2-ECFB-E7BB-4F6E4BAB1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519713"/>
            <a:ext cx="4681346" cy="33826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1C28D-874F-80FB-F06E-B5789E02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6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9E3D-AF4A-F8EA-AB2F-3C469083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457200"/>
            <a:ext cx="2663952" cy="740982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12C83-1A69-F893-82DF-2FDB92C92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104" y="1414272"/>
            <a:ext cx="10527792" cy="4791237"/>
          </a:xfrm>
        </p:spPr>
        <p:txBody>
          <a:bodyPr>
            <a:normAutofit fontScale="85000" lnSpcReduction="20000"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Near-infrared Spectroscopy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NIR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measure molecular vibrations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fiber-optic NIR probe is installed directly inside the tablet coating equipment, measuring spectra continuously during coating.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Infrared Spectroscopy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used to identify chemical bonding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F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or bioreactors.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Nuclear Magnetic resonance (NMR)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</a:rPr>
              <a:t>used to determine molecular structures</a:t>
            </a:r>
            <a:r>
              <a:rPr lang="en-IN" sz="21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flow water-proton NMR can be used as an inline PAT tool in continuous biomanufacturing to monitor protein concentration and aggregation in real time using water-proton relaxation signals.</a:t>
            </a:r>
            <a:endParaRPr lang="en-IN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Raman Spectroscopy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analyse molecular structure and composition by measuring light scattering from molecules.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powder blending process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Dynamic Light Scattering (DLS)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 particle size.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Reflective Interference Spectroscopy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measures interference patterns of reflected light to detect changes in surface thickness or refractive index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as an optical biosensor to detect biomolecular binding by measuring changes in the interference of reflected light from a sensor surface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DB56BF-7957-E667-1144-D8C3AAF84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75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2F770-F0F6-C093-16D9-1EE5F5CE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784" y="484633"/>
            <a:ext cx="10338816" cy="5306568"/>
          </a:xfrm>
        </p:spPr>
        <p:txBody>
          <a:bodyPr>
            <a:normAutofit fontScale="92500" lnSpcReduction="10000"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Surface Plasmon resonance (SPR)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Surface plasmon resonance is an optical sensing technique that measures changes in refractive index at a metal surface to detect molecular interaction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Mass Spectroscopy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provides information about the molecular weight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and characterize monoclonal antibodies in real time during purification.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NIR Turbidity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Near-Infrared (NIR) light to determine how cloudy or particle-rich a liquid is.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IR Absorption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Infrared (IR) absorption occurs when molecules absorb infrared radiation, causing changes in vibrational and rotational energy levels.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Zeta potential Analysis</a:t>
            </a:r>
            <a:b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determines the surface charge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PVM (Particle Vision and Measurement)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captures real-time images of particles inside a process to monitor particle shape, size, and behavior.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CB52C-8F7B-3929-303A-58884D60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2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59AC2-EDFF-1C0F-A34F-BDF8E250A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489857"/>
            <a:ext cx="10194471" cy="5301343"/>
          </a:xfrm>
        </p:spPr>
        <p:txBody>
          <a:bodyPr/>
          <a:lstStyle/>
          <a:p>
            <a:pPr marL="0" indent="0"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Now in addition to all the techniques using inline classification, we have some tools that are used to measure some parameters-</a:t>
            </a:r>
          </a:p>
          <a:p>
            <a:pPr marL="0" indent="0">
              <a:buNone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1. pH sensors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2. Flow meters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3. Temperature probs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4. Conductivity sensors</a:t>
            </a:r>
          </a:p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182CC-487D-DF4D-9A74-01B6E93D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15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6DCB-D56B-51A6-7E9C-9A3B44620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111" y="345885"/>
            <a:ext cx="9601200" cy="87058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ONLINE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BB79A-ABA5-4744-9396-22B231ABE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496" y="1353630"/>
            <a:ext cx="10052304" cy="4818570"/>
          </a:xfrm>
        </p:spPr>
        <p:txBody>
          <a:bodyPr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NIR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online NIR spectroscopy with an adaptive model-updating strategy to monitor industrial processes in real time as a PAT tool.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Infrared Spectroscopy &amp; Mass Spectroscopy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methanol electro-oxidation on a Pt catalyst using in-situ IR spectroscopy and online mass spectrometry to monitor reaction intermediates and products during the reaction.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NMR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flow-NMR as an online PAT tool to monitor chemical reactions in real time by measuring reactant and product concentrations directly in the flowing reaction mixture.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Raman Spectroscopy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IR absorption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IR absorption at 5.85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μm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detect oxidation in lubricating oil and proposes a compact sensor for online oil condition monitoring.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Liquid Chromatography (HPLC)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On-line possible via auto-samplers for drug loading, encapsulation efficiency, or degradation monitoring.</a:t>
            </a:r>
            <a:endParaRPr lang="en-US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CEBBB-5931-6F56-E163-A7A65177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2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947EE-35DB-B360-B685-D0683ACC7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29" y="568321"/>
            <a:ext cx="10308771" cy="5222879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Fourier Transform Infrared Spectroscopy (FTIR)</a:t>
            </a:r>
            <a:b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online FT-IR spectroscopy as a PAT tool to monitor glucose consumption and ethanol production in yeast fermentation in real time.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Photometric stereo imaging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Photometric stereo imaging reconstructs surface shape by analyzing images taken under different lighting angles.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3EBEE-4469-38E8-97A9-80DF516F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0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3B8F-0279-7F88-0F5D-F5167F6D0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824" y="394215"/>
            <a:ext cx="9817608" cy="1056478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3737B-ACE9-0A49-04B2-B40A1FF47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96" y="1760189"/>
            <a:ext cx="10037064" cy="3852672"/>
          </a:xfrm>
        </p:spPr>
        <p:txBody>
          <a:bodyPr>
            <a:norm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Zeta potential analysis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Fluorescence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Atomic fluorescence spectrometry is a specific type of fluorescence technique used to detect trace metals by measuring fluorescence from atoms.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NIR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During fermentation, samples were taken from the bioreactor and analyzed using Near-Infrared Spectroscopy (NIR) to estimate glucose and biomass using PLS models.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Liquid Chromatography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at-line RP-UPLC (liquid chromatography) to monitor protein concentration during microfiltration.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Raman Spectroscopy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portable Raman spectroscopy used as an at-line PAT tool to characterize carbon nanomaterials and monitor their structural quality during manufacturing.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C10D8-D8A4-C13F-19A9-24E2EB5E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52576" y="5922357"/>
            <a:ext cx="939593" cy="205709"/>
          </a:xfrm>
        </p:spPr>
        <p:txBody>
          <a:bodyPr/>
          <a:lstStyle/>
          <a:p>
            <a:fld id="{E31375A4-56A4-47D6-9801-1991572033F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325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8EBCD-5108-4A9D-C3F9-03BD35BD5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5BE32-BDA9-C1A5-F66E-E3A40B5A2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935481"/>
            <a:ext cx="9601200" cy="3809999"/>
          </a:xfrm>
        </p:spPr>
        <p:txBody>
          <a:bodyPr>
            <a:normAutofit lnSpcReduction="10000"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NMR , FTIR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Fluorescence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(Bio)chemical Analysers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to measure chemical or biological components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Confocal Spectroscopy (CICS)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for high-resolution nanoparticle characterization.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Consistent cryo-electron microscopy (Cryo-EM)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visualize nanoparticle structure and morphology at very high resolution.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8572E-6432-AFFA-B10F-2DC5F9AA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384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F6093-6083-22EE-39A5-B2CA17CD4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71" y="538843"/>
            <a:ext cx="10227129" cy="5569349"/>
          </a:xfrm>
        </p:spPr>
        <p:txBody>
          <a:bodyPr>
            <a:normAutofit fontScale="92500" lnSpcReduction="10000"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Small-angle X-ray scattering (SAXS)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analyze nanoscale structure and internal organization of particles using X-ray scattering.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Optical Microscopy and Electron Microscopy </a:t>
            </a:r>
            <a:b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helping to identify any issues like agglomeration or structural defects.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Offline.</a:t>
            </a:r>
            <a:endParaRPr 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Scanning Calorimetry (DSC)</a:t>
            </a:r>
            <a:br>
              <a:rPr lang="en-US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(Thermal analysis, not real-time).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X-ray Diffraction (XRD)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used to determine crystal structure and phase composition by analyzing X-ray diffraction patterns.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Offline.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NIR &amp; Raman Spectroscopy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off-line NIR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correlate ribbon density with chemical absorption spectra, while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off-line Raman spectroscopy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predict tablet hardness by analyzing surface smoothness and density.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B2ABE-4D88-11F9-C9CA-2210D98C4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2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51EFA-CEEB-74AA-2079-18A4AF673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3304" y="174669"/>
            <a:ext cx="6998208" cy="1142385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techniques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704D2E-334B-6DCF-B5E3-91122632D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255830"/>
              </p:ext>
            </p:extLst>
          </p:nvPr>
        </p:nvGraphicFramePr>
        <p:xfrm>
          <a:off x="1511810" y="1944814"/>
          <a:ext cx="9601195" cy="40005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833811">
                  <a:extLst>
                    <a:ext uri="{9D8B030D-6E8A-4147-A177-3AD203B41FA5}">
                      <a16:colId xmlns:a16="http://schemas.microsoft.com/office/drawing/2014/main" val="2218251478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3586675053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1437866762"/>
                    </a:ext>
                  </a:extLst>
                </a:gridCol>
                <a:gridCol w="1471612">
                  <a:extLst>
                    <a:ext uri="{9D8B030D-6E8A-4147-A177-3AD203B41FA5}">
                      <a16:colId xmlns:a16="http://schemas.microsoft.com/office/drawing/2014/main" val="812360479"/>
                    </a:ext>
                  </a:extLst>
                </a:gridCol>
                <a:gridCol w="1295397">
                  <a:extLst>
                    <a:ext uri="{9D8B030D-6E8A-4147-A177-3AD203B41FA5}">
                      <a16:colId xmlns:a16="http://schemas.microsoft.com/office/drawing/2014/main" val="2285347888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40599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Near-infrared Spectroscopy </a:t>
                      </a: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NIR</a:t>
                      </a: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06632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Infrared spectroscopy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40325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Nuclear magnetic resonance (NMR)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21622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Raman spectroscopy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221013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light scattering (DLS)</a:t>
                      </a:r>
                      <a:b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51049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Fluorescence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</a:t>
                      </a:r>
                      <a:r>
                        <a:rPr lang="en-IN" b="1" i="1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1094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Surface plasmon resonance (SPR)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893250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0CFA1-09AF-52E4-95DC-CE21CB71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7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09AFF23-4114-B4D6-61C2-5BC7BB9DFE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322048"/>
              </p:ext>
            </p:extLst>
          </p:nvPr>
        </p:nvGraphicFramePr>
        <p:xfrm>
          <a:off x="954884" y="1009595"/>
          <a:ext cx="10282231" cy="505250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176821">
                  <a:extLst>
                    <a:ext uri="{9D8B030D-6E8A-4147-A177-3AD203B41FA5}">
                      <a16:colId xmlns:a16="http://schemas.microsoft.com/office/drawing/2014/main" val="1621962432"/>
                    </a:ext>
                  </a:extLst>
                </a:gridCol>
                <a:gridCol w="1392386">
                  <a:extLst>
                    <a:ext uri="{9D8B030D-6E8A-4147-A177-3AD203B41FA5}">
                      <a16:colId xmlns:a16="http://schemas.microsoft.com/office/drawing/2014/main" val="946598950"/>
                    </a:ext>
                  </a:extLst>
                </a:gridCol>
                <a:gridCol w="1208775">
                  <a:extLst>
                    <a:ext uri="{9D8B030D-6E8A-4147-A177-3AD203B41FA5}">
                      <a16:colId xmlns:a16="http://schemas.microsoft.com/office/drawing/2014/main" val="1443898867"/>
                    </a:ext>
                  </a:extLst>
                </a:gridCol>
                <a:gridCol w="1193474">
                  <a:extLst>
                    <a:ext uri="{9D8B030D-6E8A-4147-A177-3AD203B41FA5}">
                      <a16:colId xmlns:a16="http://schemas.microsoft.com/office/drawing/2014/main" val="1796635493"/>
                    </a:ext>
                  </a:extLst>
                </a:gridCol>
                <a:gridCol w="1310775">
                  <a:extLst>
                    <a:ext uri="{9D8B030D-6E8A-4147-A177-3AD203B41FA5}">
                      <a16:colId xmlns:a16="http://schemas.microsoft.com/office/drawing/2014/main" val="2263759404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149151"/>
                  </a:ext>
                </a:extLst>
              </a:tr>
              <a:tr h="572805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Reflective Interference Spectroscopy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053008"/>
                  </a:ext>
                </a:extLst>
              </a:tr>
              <a:tr h="604049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Mass spectrometry (MS)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426302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NIR Turbidity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84359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 Absorption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45308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 cryo-electron microscopy (Cryo-EM)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091408"/>
                  </a:ext>
                </a:extLst>
              </a:tr>
              <a:tr h="531725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Confocal Spectroscopy (CICS)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7055116"/>
                  </a:ext>
                </a:extLst>
              </a:tr>
              <a:tr h="552021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Small-angle X-ray scattering (SAXS).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260201"/>
                  </a:ext>
                </a:extLst>
              </a:tr>
              <a:tr h="480877">
                <a:tc>
                  <a:txBody>
                    <a:bodyPr/>
                    <a:lstStyle/>
                    <a:p>
                      <a:r>
                        <a:rPr lang="en-IN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Zeta potential Analysis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0305228"/>
                  </a:ext>
                </a:extLst>
              </a:tr>
            </a:tbl>
          </a:graphicData>
        </a:graphic>
      </p:graphicFrame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0B4CC0-AD86-6B15-1406-F3547F8C1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3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6DF3EA6-38C4-DCEC-23E2-059C55CC1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962537"/>
              </p:ext>
            </p:extLst>
          </p:nvPr>
        </p:nvGraphicFramePr>
        <p:xfrm>
          <a:off x="755619" y="1170432"/>
          <a:ext cx="10851824" cy="445609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5645881">
                  <a:extLst>
                    <a:ext uri="{9D8B030D-6E8A-4147-A177-3AD203B41FA5}">
                      <a16:colId xmlns:a16="http://schemas.microsoft.com/office/drawing/2014/main" val="139897303"/>
                    </a:ext>
                  </a:extLst>
                </a:gridCol>
                <a:gridCol w="1287232">
                  <a:extLst>
                    <a:ext uri="{9D8B030D-6E8A-4147-A177-3AD203B41FA5}">
                      <a16:colId xmlns:a16="http://schemas.microsoft.com/office/drawing/2014/main" val="1520808182"/>
                    </a:ext>
                  </a:extLst>
                </a:gridCol>
                <a:gridCol w="1421073">
                  <a:extLst>
                    <a:ext uri="{9D8B030D-6E8A-4147-A177-3AD203B41FA5}">
                      <a16:colId xmlns:a16="http://schemas.microsoft.com/office/drawing/2014/main" val="2147255187"/>
                    </a:ext>
                  </a:extLst>
                </a:gridCol>
                <a:gridCol w="1275737">
                  <a:extLst>
                    <a:ext uri="{9D8B030D-6E8A-4147-A177-3AD203B41FA5}">
                      <a16:colId xmlns:a16="http://schemas.microsoft.com/office/drawing/2014/main" val="1929924781"/>
                    </a:ext>
                  </a:extLst>
                </a:gridCol>
                <a:gridCol w="1221901">
                  <a:extLst>
                    <a:ext uri="{9D8B030D-6E8A-4147-A177-3AD203B41FA5}">
                      <a16:colId xmlns:a16="http://schemas.microsoft.com/office/drawing/2014/main" val="3278175078"/>
                    </a:ext>
                  </a:extLst>
                </a:gridCol>
              </a:tblGrid>
              <a:tr h="742682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595290"/>
                  </a:ext>
                </a:extLst>
              </a:tr>
              <a:tr h="742682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/>
                          <a:cs typeface="Times New Roman"/>
                        </a:rPr>
                        <a:t>X-ray Diffraction (XRD)</a:t>
                      </a:r>
                      <a:r>
                        <a:rPr lang="en-US" dirty="0">
                          <a:latin typeface="Times New Roman"/>
                          <a:cs typeface="Times New Roman"/>
                        </a:rPr>
                        <a:t> </a:t>
                      </a:r>
                      <a:endParaRPr lang="en-IN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685875"/>
                  </a:ext>
                </a:extLst>
              </a:tr>
              <a:tr h="742682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High-Performance Liquid Chromatography (HPLC)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965708"/>
                  </a:ext>
                </a:extLst>
              </a:tr>
              <a:tr h="742682">
                <a:tc>
                  <a:txBody>
                    <a:bodyPr/>
                    <a:lstStyle/>
                    <a:p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Fourier Transform Infrared Spectroscopy (FTIR)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</a:t>
                      </a:r>
                      <a:r>
                        <a:rPr lang="en-IN" b="1" i="1"/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1315274"/>
                  </a:ext>
                </a:extLst>
              </a:tr>
              <a:tr h="74268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2D2E2D"/>
                          </a:solidFill>
                          <a:latin typeface="Times New Roman"/>
                          <a:cs typeface="Times New Roman"/>
                        </a:rPr>
                        <a:t>PVM (Particle Vision and Measurement)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2D2E2D"/>
                          </a:solidFill>
                          <a:latin typeface="Arial"/>
                          <a:cs typeface="Arial"/>
                        </a:rPr>
                        <a:t>✓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666930"/>
                  </a:ext>
                </a:extLst>
              </a:tr>
              <a:tr h="74268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1" i="0" u="none" strike="noStrike" noProof="0">
                          <a:solidFill>
                            <a:srgbClr val="2D2E2D"/>
                          </a:solidFill>
                          <a:latin typeface="Times New Roman"/>
                          <a:cs typeface="Times New Roman"/>
                        </a:rPr>
                        <a:t>Photometric stereo imaging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2D2E2D"/>
                          </a:solidFill>
                          <a:latin typeface="Arial"/>
                          <a:cs typeface="Arial"/>
                        </a:rPr>
                        <a:t>✓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93162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D1A54-7F50-2566-DD1B-D7515172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8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C3422E-31F8-5D9E-72F8-769660E9C9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9248243"/>
              </p:ext>
            </p:extLst>
          </p:nvPr>
        </p:nvGraphicFramePr>
        <p:xfrm>
          <a:off x="1280160" y="1066800"/>
          <a:ext cx="9616437" cy="32359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809744">
                  <a:extLst>
                    <a:ext uri="{9D8B030D-6E8A-4147-A177-3AD203B41FA5}">
                      <a16:colId xmlns:a16="http://schemas.microsoft.com/office/drawing/2014/main" val="849440469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95981654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1612854318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182702188"/>
                    </a:ext>
                  </a:extLst>
                </a:gridCol>
                <a:gridCol w="1149093">
                  <a:extLst>
                    <a:ext uri="{9D8B030D-6E8A-4147-A177-3AD203B41FA5}">
                      <a16:colId xmlns:a16="http://schemas.microsoft.com/office/drawing/2014/main" val="3975318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007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Differential Scanning Calorimetry (DSC)</a:t>
                      </a:r>
                      <a:br>
                        <a:rPr lang="en-US" b="1" i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IN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672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Liquid Chromatography</a:t>
                      </a:r>
                      <a:endParaRPr lang="en-IN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605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Optical Microscopy and Electron Microscopy </a:t>
                      </a:r>
                      <a:endParaRPr lang="en-IN" b="1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776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407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 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08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probs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6201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Conductivity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    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53135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13230-525C-286B-0425-1290498C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14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B90A-698A-0624-7F7B-49242BE64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87362"/>
            <a:ext cx="3084576" cy="579438"/>
          </a:xfrm>
        </p:spPr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A1918-9C1F-6670-1AF4-88790A0F1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249681"/>
            <a:ext cx="9601200" cy="4940807"/>
          </a:xfrm>
        </p:spPr>
        <p:txBody>
          <a:bodyPr>
            <a:normAutofit/>
          </a:bodyPr>
          <a:lstStyle/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K. Knop and P. </a:t>
            </a: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Kleinebudde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“PAT-tools for process control in pharmaceutical film coating applications,” </a:t>
            </a:r>
            <a:r>
              <a:rPr lang="en-I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Pharmaceutics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vol. 457, no. 2, pp. 527–536, 2013, </a:t>
            </a:r>
            <a:r>
              <a:rPr lang="en-IN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10.1016/j.ijpharm.2013.01.062.</a:t>
            </a:r>
          </a:p>
          <a:p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https://drive.google.com/file/d/1qwG77msmF2oO8doUGwgtkrXdz0KD0xtk/view?usp=drive_link</a:t>
            </a:r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M. B. </a:t>
            </a: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Taraban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, K. T. Briggs, P. Merkel, and Y. B. Yu,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“Flow water proton NMR: In-line process analytical technology for continuous biomanufacturing,” </a:t>
            </a:r>
            <a:r>
              <a:rPr lang="en-I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Analytical Chemistry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vol. 91, no. 21, pp. 13538–13546, 2019, </a:t>
            </a:r>
            <a:r>
              <a:rPr lang="en-IN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10.1021/acs.analchem.9b02622.</a:t>
            </a:r>
          </a:p>
          <a:p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T. R. M. De Beer, C. Bodson, B. </a:t>
            </a: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Dejaegher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, B. Walczak, P. Vercruysse, A. </a:t>
            </a: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Burggraeve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, A. Lemos, L. Delattre, Y. Vander Heyden, J. P. Remon, C. Vervaet, and W. R. G. </a:t>
            </a:r>
            <a:r>
              <a:rPr lang="en-IN" sz="16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Baeyens</a:t>
            </a: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 “Raman spectroscopy as a process analytical technology (PAT) tool for the in-line monitoring and understanding of a powder blending process,” </a:t>
            </a:r>
            <a:r>
              <a:rPr lang="en-I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Journal of Pharmaceutical and Biomedical Analysis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vol. 48, no. 3, pp. 772–779, 2008, </a:t>
            </a:r>
            <a:r>
              <a:rPr lang="en-IN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10.1016/j.jpba.2008.07.023.</a:t>
            </a:r>
          </a:p>
          <a:p>
            <a:r>
              <a:rPr lang="en-US" sz="1600" b="1"/>
              <a:t>K. M. Prentice, A. Wallace, and C. Eakin,</a:t>
            </a:r>
            <a:r>
              <a:rPr lang="en-US" sz="1600"/>
              <a:t> “Inline Protein A Mass Spectrometry for Characterization of Monoclonal Antibodies,” </a:t>
            </a:r>
            <a:r>
              <a:rPr lang="en-US" sz="1600" i="1"/>
              <a:t>Analytical Chemistry</a:t>
            </a:r>
            <a:r>
              <a:rPr lang="en-US" sz="1600"/>
              <a:t>, vol. 87, no. 5, pp. 2790–2796, 2015, </a:t>
            </a:r>
            <a:r>
              <a:rPr lang="en-US" sz="1600" err="1"/>
              <a:t>doi</a:t>
            </a:r>
            <a:r>
              <a:rPr lang="en-US" sz="1600"/>
              <a:t>: 10.1021/ac504502e.</a:t>
            </a:r>
            <a:endParaRPr lang="en-IN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1AEB2-5D60-F375-D94D-F8579A8C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7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5C37B-0279-55BA-B716-58FD3C2F3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448057"/>
            <a:ext cx="10073640" cy="5343144"/>
          </a:xfrm>
        </p:spPr>
        <p:txBody>
          <a:bodyPr>
            <a:noAutofit/>
          </a:bodyPr>
          <a:lstStyle/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K. He, H. Cheng, W. Du, and F. Qian,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“Online updating of NIR model and its industrial application via adaptive wavelength selection and local regression strategy,” </a:t>
            </a:r>
            <a:r>
              <a:rPr lang="en-I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Chemometrics and Intelligent Laboratory Systems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vol. 134, pp. 79–88, 2014,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10.1016/j.chemolab.2014.03.007. </a:t>
            </a:r>
          </a:p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R. Reichert, J. Schnaidt, Z.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Jusys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, and R. J. Behm,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“The influence of reactive side products on the electrooxidation of methanol—A combined in situ infrared spectroscopy and online mass spectrometry study,” </a:t>
            </a:r>
            <a:r>
              <a:rPr 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Physical Chemistry Chemical Physics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vol. 16, pp. 13780–13799, 2014, </a:t>
            </a:r>
            <a:r>
              <a:rPr lang="en-US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10.1039/C4CP01229A.</a:t>
            </a: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D. A. Foley, E. Bez, A. Codina, K. L. Colson, M. Fey, R. Krull, D. Piroli, M. T. Zell, and B. L. Marquez,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“NMR flow tube for online NMR reaction monitoring,” </a:t>
            </a:r>
            <a:r>
              <a:rPr lang="en-I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Analytical Chemistry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vol. 86, no. 24, pp. 12008–12013, 2014,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10.1021/ac502300q.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A. Agoston, C.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Otsch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J. Zhuravleva and B. Jakoby, "An IR-absorption sensor system for the determination of engine oil deterioration [automotive applications]," SENSORS, 2004 IEEE, Vienna, Austria, 2004, pp. 463-466 vol.1,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10.1109/ICSENS.2004.1426200. keywords: {Sensor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systems;Engines;Petroleum;Automotive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applications;Electromagnetic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wave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absorption;Infrared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spectra;Spectroscopy;Laboratories;Oxidation;Condition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monitoring},</a:t>
            </a: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E. L. Veale, J. Irudayaraj, and A. Demirci,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“An on-line approach to monitor ethanol fermentation using FTIR spectroscopy,” </a:t>
            </a:r>
            <a:r>
              <a:rPr lang="en-I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Biotechnology Progress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2, pp. 494–500, 2007,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10.1021/bp060306v. </a:t>
            </a:r>
          </a:p>
          <a:p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17F82-7DC1-DCC5-CCFC-62F2EC827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107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A55D9-D5C9-55EA-7116-3ECE925A6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7552" y="274321"/>
            <a:ext cx="10524744" cy="573328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N. K. Brahma, W. T. Corns, P. B. Stockwell, L. </a:t>
            </a:r>
            <a:r>
              <a:rPr 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Ebdon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, and E. H. Evans,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“At-line determination of mercury in process streams using atomic fluorescence spectrometry,” </a:t>
            </a:r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Journal of Analytical Atomic Spectrometry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611–616, 1997, 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10.1039/A608550D.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I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Hakemeyer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, U. Strauss, S. </a:t>
            </a:r>
            <a:r>
              <a:rPr lang="en-I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Werz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, G. E. Jose, F. </a:t>
            </a:r>
            <a:r>
              <a:rPr lang="en-I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Folque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, and J. C. Menezes,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“At-line NIR spectroscopy as effective PAT monitoring technique in Mab cultivations during process development and manufacturing,” </a:t>
            </a:r>
            <a:r>
              <a:rPr lang="en-IN" i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Talanta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vol. 90, pp. 12–21, 2012,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10.1016/j.talanta.2011.12.042. 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D. S. Watson, K. R. Kerchner, S. S. Gant, J. W. Pedersen, J. B. Hamburger, A. D. Ortigosa, and T. I. Potgieter,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“At-line process analytical technology (PAT) for more efficient scale up of biopharmaceutical microfiltration unit operations,”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Biotechnology Progress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vol. 32, no. 1, pp. 108–115, 2016,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10.1002/btpr.2193.</a:t>
            </a: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D. Yang and K. Frano,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“Portable Raman spectroscopy for at-line characterization of carbon nanomaterials,”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Spectroscopy Online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Jun. 1, 2018. [Online]. Available: 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https://www.spectroscopyonline.com/view/portable-raman-spectroscopy-line-characterization-carbon-nanomaterials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M. A. P. McAuliffe, G. E. O’Mahony, C. A. </a:t>
            </a:r>
            <a:r>
              <a:rPr lang="en-IN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Blackshields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, J. A. Collins, D. P. Egan, L. Kiernan, E. O’Neill, S. Lenihan, G. M. Walker, and A. M. Crean,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“The use of PAT and off-line methods for monitoring of roller compacted ribbon and granule properties with a view to continuous processing,” </a:t>
            </a:r>
            <a:r>
              <a:rPr lang="en-IN" i="1">
                <a:latin typeface="Times New Roman" panose="02020603050405020304" pitchFamily="18" charset="0"/>
                <a:cs typeface="Times New Roman" panose="02020603050405020304" pitchFamily="18" charset="0"/>
              </a:rPr>
              <a:t>Organic Process Research &amp; Development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, vol. 19, no. 1, pp. 158–166, 2015,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 10.1021/op5000013.</a:t>
            </a:r>
          </a:p>
          <a:p>
            <a:pPr>
              <a:buClr>
                <a:srgbClr val="A43F27"/>
              </a:buClr>
            </a:pPr>
            <a:r>
              <a:rPr lang="en-IN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R. van Reis and A. L. </a:t>
            </a:r>
            <a:r>
              <a:rPr lang="en-IN" b="1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Zydney</a:t>
            </a:r>
            <a:r>
              <a:rPr lang="en-IN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</a:t>
            </a: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“Bioprocess membrane technology,” </a:t>
            </a:r>
            <a:r>
              <a:rPr lang="en-IN" i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Journal of Membrane Science</a:t>
            </a: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vol. 297, pp. 16–50, 2007.</a:t>
            </a:r>
          </a:p>
          <a:p>
            <a:pPr>
              <a:buClr>
                <a:srgbClr val="A43F27"/>
              </a:buClr>
            </a:pPr>
            <a:r>
              <a:rPr lang="en-IN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R. H. Perry and D. W. Green,</a:t>
            </a: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IN" i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Perry’s Chemical Engineers’ Handbook</a:t>
            </a: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8th ed. New York, NY, USA: McGraw-Hill, 2008.</a:t>
            </a:r>
          </a:p>
          <a:p>
            <a:pPr>
              <a:buClr>
                <a:srgbClr val="A43F27"/>
              </a:buClr>
            </a:pPr>
            <a:r>
              <a:rPr lang="en-IN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P. R. Cullis, S. C. Semple, and M. J. Hope,</a:t>
            </a:r>
            <a:r>
              <a:rPr lang="en-IN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“Lipid nanoparticle formulations for nucleic acid delivery,” U.S. Patent 8,492,359, Jul. 23, 2013.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78A2-A708-B923-7372-B0D8FF11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961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D30820-4AB0-05C2-DA01-0277258B809D}"/>
              </a:ext>
            </a:extLst>
          </p:cNvPr>
          <p:cNvSpPr txBox="1"/>
          <p:nvPr/>
        </p:nvSpPr>
        <p:spPr>
          <a:xfrm>
            <a:off x="3419856" y="2413337"/>
            <a:ext cx="6373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0FB0F7-B3F2-CB87-A851-B53232DE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302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Application>Microsoft Office PowerPoint</Application>
  <PresentationFormat>Widescreen</PresentationFormat>
  <Slides>28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Diamond Grid 16x9</vt:lpstr>
      <vt:lpstr>PowerPoint Presentation</vt:lpstr>
      <vt:lpstr>Key Process Parameters </vt:lpstr>
      <vt:lpstr>PowerPoint Presentation</vt:lpstr>
      <vt:lpstr>Material Balance Key Streams</vt:lpstr>
      <vt:lpstr>The Nanoparticle Structure (Primary Lipids)</vt:lpstr>
      <vt:lpstr>PowerPoint Presentation</vt:lpstr>
      <vt:lpstr>Manufacturing &amp; Processing Agents</vt:lpstr>
      <vt:lpstr>Storage &amp; Protection Excipients</vt:lpstr>
      <vt:lpstr>PowerPoint Presentation</vt:lpstr>
      <vt:lpstr>Final Formulation &amp; Delivery Excipients</vt:lpstr>
      <vt:lpstr>PowerPoint Presentation</vt:lpstr>
      <vt:lpstr>PowerPoint Presentation</vt:lpstr>
      <vt:lpstr>INLINE</vt:lpstr>
      <vt:lpstr>PowerPoint Presentation</vt:lpstr>
      <vt:lpstr>PowerPoint Presentation</vt:lpstr>
      <vt:lpstr>ONLINE</vt:lpstr>
      <vt:lpstr>PowerPoint Presentation</vt:lpstr>
      <vt:lpstr>ATLINE</vt:lpstr>
      <vt:lpstr>OFFLINE</vt:lpstr>
      <vt:lpstr>PowerPoint Presentation</vt:lpstr>
      <vt:lpstr>Classification of techniques</vt:lpstr>
      <vt:lpstr>PowerPoint Presentation</vt:lpstr>
      <vt:lpstr>PowerPoint Presentation</vt:lpstr>
      <vt:lpstr>PowerPoint Presentation</vt:lpstr>
      <vt:lpstr>Resources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Saket Jonwal</dc:creator>
  <cp:revision>17</cp:revision>
  <cp:lastPrinted>2026-03-10T10:15:11Z</cp:lastPrinted>
  <dcterms:created xsi:type="dcterms:W3CDTF">2026-03-06T10:44:37Z</dcterms:created>
  <dcterms:modified xsi:type="dcterms:W3CDTF">2026-03-10T12:25:16Z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