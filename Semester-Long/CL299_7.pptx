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18" r:id="rId2"/>
    <p:sldId id="330" r:id="rId3"/>
    <p:sldId id="321" r:id="rId4"/>
    <p:sldId id="323" r:id="rId5"/>
    <p:sldId id="322" r:id="rId6"/>
    <p:sldId id="324" r:id="rId7"/>
    <p:sldId id="31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AF522F-5E44-E137-2DE3-22A5A4BB12A7}" v="173" dt="2026-03-29T18:38:23.098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6" autoAdjust="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microsoft.com/office/2015/10/relationships/revisionInfo" Target="revisionInfo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microsoft.com/office/2016/11/relationships/changesInfo" Target="changesInfos/changesInfo1.xml" /><Relationship Id="rId10" Type="http://schemas.openxmlformats.org/officeDocument/2006/relationships/handoutMaster" Target="handoutMasters/handoutMaster1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Relationship Id="rId14" Type="http://schemas.openxmlformats.org/officeDocument/2006/relationships/tableStyles" Target="tableStyle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8BAF522F-5E44-E137-2DE3-22A5A4BB12A7}"/>
    <pc:docChg chg="addSld delSld modSld">
      <pc:chgData name="Guest User" userId="" providerId="Windows Live" clId="Web-{8BAF522F-5E44-E137-2DE3-22A5A4BB12A7}" dt="2026-03-29T18:38:23.114" v="164" actId="20577"/>
      <pc:docMkLst>
        <pc:docMk/>
      </pc:docMkLst>
      <pc:sldChg chg="modSp new">
        <pc:chgData name="Guest User" userId="" providerId="Windows Live" clId="Web-{8BAF522F-5E44-E137-2DE3-22A5A4BB12A7}" dt="2026-03-29T18:38:23.114" v="164" actId="20577"/>
        <pc:sldMkLst>
          <pc:docMk/>
          <pc:sldMk cId="1562218693" sldId="324"/>
        </pc:sldMkLst>
        <pc:spChg chg="mod">
          <ac:chgData name="Guest User" userId="" providerId="Windows Live" clId="Web-{8BAF522F-5E44-E137-2DE3-22A5A4BB12A7}" dt="2026-03-29T18:11:55.773" v="6" actId="20577"/>
          <ac:spMkLst>
            <pc:docMk/>
            <pc:sldMk cId="1562218693" sldId="324"/>
            <ac:spMk id="2" creationId="{B699BB4F-9D9E-B929-505E-E8AB322E2C7D}"/>
          </ac:spMkLst>
        </pc:spChg>
        <pc:spChg chg="mod">
          <ac:chgData name="Guest User" userId="" providerId="Windows Live" clId="Web-{8BAF522F-5E44-E137-2DE3-22A5A4BB12A7}" dt="2026-03-29T18:38:23.114" v="164" actId="20577"/>
          <ac:spMkLst>
            <pc:docMk/>
            <pc:sldMk cId="1562218693" sldId="324"/>
            <ac:spMk id="3" creationId="{5CE92CB6-94B3-DFEC-0872-BD27EE5DC631}"/>
          </ac:spMkLst>
        </pc:spChg>
      </pc:sldChg>
      <pc:sldChg chg="addSp delSp modSp new del">
        <pc:chgData name="Guest User" userId="" providerId="Windows Live" clId="Web-{8BAF522F-5E44-E137-2DE3-22A5A4BB12A7}" dt="2026-03-29T18:18:45.657" v="81"/>
        <pc:sldMkLst>
          <pc:docMk/>
          <pc:sldMk cId="821586625" sldId="325"/>
        </pc:sldMkLst>
        <pc:spChg chg="del">
          <ac:chgData name="Guest User" userId="" providerId="Windows Live" clId="Web-{8BAF522F-5E44-E137-2DE3-22A5A4BB12A7}" dt="2026-03-29T18:15:47.572" v="16"/>
          <ac:spMkLst>
            <pc:docMk/>
            <pc:sldMk cId="821586625" sldId="325"/>
            <ac:spMk id="3" creationId="{794918AD-CACD-2B36-748F-682A59E75B93}"/>
          </ac:spMkLst>
        </pc:spChg>
        <pc:spChg chg="add del mod">
          <ac:chgData name="Guest User" userId="" providerId="Windows Live" clId="Web-{8BAF522F-5E44-E137-2DE3-22A5A4BB12A7}" dt="2026-03-29T18:15:30.430" v="15"/>
          <ac:spMkLst>
            <pc:docMk/>
            <pc:sldMk cId="821586625" sldId="325"/>
            <ac:spMk id="5" creationId="{5B2E37EC-6B04-2F33-E70A-C80FA2FA49D6}"/>
          </ac:spMkLst>
        </pc:spChg>
        <pc:spChg chg="add del mod">
          <ac:chgData name="Guest User" userId="" providerId="Windows Live" clId="Web-{8BAF522F-5E44-E137-2DE3-22A5A4BB12A7}" dt="2026-03-29T18:17:16.638" v="78"/>
          <ac:spMkLst>
            <pc:docMk/>
            <pc:sldMk cId="821586625" sldId="325"/>
            <ac:spMk id="7" creationId="{CA124777-4D38-D3AA-E1A6-56E1B9A5AB1D}"/>
          </ac:spMkLst>
        </pc:spChg>
        <pc:spChg chg="add mod">
          <ac:chgData name="Guest User" userId="" providerId="Windows Live" clId="Web-{8BAF522F-5E44-E137-2DE3-22A5A4BB12A7}" dt="2026-03-29T18:17:16.685" v="79"/>
          <ac:spMkLst>
            <pc:docMk/>
            <pc:sldMk cId="821586625" sldId="325"/>
            <ac:spMk id="9" creationId="{B27603DD-5069-60ED-6CE7-0629C8CA010F}"/>
          </ac:spMkLst>
        </pc:spChg>
        <pc:graphicFrameChg chg="add del mod ord modGraphic">
          <ac:chgData name="Guest User" userId="" providerId="Windows Live" clId="Web-{8BAF522F-5E44-E137-2DE3-22A5A4BB12A7}" dt="2026-03-29T18:17:16.685" v="79"/>
          <ac:graphicFrameMkLst>
            <pc:docMk/>
            <pc:sldMk cId="821586625" sldId="325"/>
            <ac:graphicFrameMk id="6" creationId="{020B9FCD-179F-C96C-4276-B4D9EE177995}"/>
          </ac:graphicFrameMkLst>
        </pc:graphicFrameChg>
      </pc:sldChg>
      <pc:sldChg chg="modSp add">
        <pc:chgData name="Guest User" userId="" providerId="Windows Live" clId="Web-{8BAF522F-5E44-E137-2DE3-22A5A4BB12A7}" dt="2026-03-29T18:34:46.962" v="149"/>
        <pc:sldMkLst>
          <pc:docMk/>
          <pc:sldMk cId="1615709856" sldId="330"/>
        </pc:sldMkLst>
        <pc:graphicFrameChg chg="mod modGraphic">
          <ac:chgData name="Guest User" userId="" providerId="Windows Live" clId="Web-{8BAF522F-5E44-E137-2DE3-22A5A4BB12A7}" dt="2026-03-29T18:34:46.962" v="149"/>
          <ac:graphicFrameMkLst>
            <pc:docMk/>
            <pc:sldMk cId="1615709856" sldId="330"/>
            <ac:graphicFrameMk id="12" creationId="{C34D21EC-E536-2F33-817A-0B4783C2EE67}"/>
          </ac:graphicFrameMkLst>
        </pc:graphicFrameChg>
      </pc:sldChg>
    </pc:docChg>
  </pc:docChgLst>
  <pc:docChgLst>
    <pc:chgData name="Saket Jonwal" userId="e987aff2cc526e99" providerId="LiveId" clId="{E7F24A9B-30E1-403B-835C-32C2FE2C0384}"/>
    <pc:docChg chg="undo custSel addSld delSld modSld sldOrd">
      <pc:chgData name="Saket Jonwal" userId="e987aff2cc526e99" providerId="LiveId" clId="{E7F24A9B-30E1-403B-835C-32C2FE2C0384}" dt="2026-03-29T12:43:23.352" v="745" actId="1076"/>
      <pc:docMkLst>
        <pc:docMk/>
      </pc:docMkLst>
      <pc:sldChg chg="modSp mod">
        <pc:chgData name="Saket Jonwal" userId="e987aff2cc526e99" providerId="LiveId" clId="{E7F24A9B-30E1-403B-835C-32C2FE2C0384}" dt="2026-03-28T18:29:05.943" v="701" actId="20577"/>
        <pc:sldMkLst>
          <pc:docMk/>
          <pc:sldMk cId="3976303792" sldId="318"/>
        </pc:sldMkLst>
        <pc:spChg chg="mod">
          <ac:chgData name="Saket Jonwal" userId="e987aff2cc526e99" providerId="LiveId" clId="{E7F24A9B-30E1-403B-835C-32C2FE2C0384}" dt="2026-03-28T18:29:05.943" v="701" actId="20577"/>
          <ac:spMkLst>
            <pc:docMk/>
            <pc:sldMk cId="3976303792" sldId="318"/>
            <ac:spMk id="6" creationId="{4BEEED14-BB8F-2B6E-573E-BB01F0454DD1}"/>
          </ac:spMkLst>
        </pc:spChg>
      </pc:sldChg>
      <pc:sldChg chg="addSp delSp modSp new del mod ord">
        <pc:chgData name="Saket Jonwal" userId="e987aff2cc526e99" providerId="LiveId" clId="{E7F24A9B-30E1-403B-835C-32C2FE2C0384}" dt="2026-03-28T18:18:50.627" v="352" actId="47"/>
        <pc:sldMkLst>
          <pc:docMk/>
          <pc:sldMk cId="2790474976" sldId="320"/>
        </pc:sldMkLst>
        <pc:spChg chg="mod">
          <ac:chgData name="Saket Jonwal" userId="e987aff2cc526e99" providerId="LiveId" clId="{E7F24A9B-30E1-403B-835C-32C2FE2C0384}" dt="2026-03-28T18:18:44.344" v="351" actId="21"/>
          <ac:spMkLst>
            <pc:docMk/>
            <pc:sldMk cId="2790474976" sldId="320"/>
            <ac:spMk id="2" creationId="{1025957F-DFF1-FAB2-0E70-F7305F9FEA61}"/>
          </ac:spMkLst>
        </pc:spChg>
        <pc:spChg chg="mod">
          <ac:chgData name="Saket Jonwal" userId="e987aff2cc526e99" providerId="LiveId" clId="{E7F24A9B-30E1-403B-835C-32C2FE2C0384}" dt="2026-03-28T18:18:36.638" v="350" actId="20577"/>
          <ac:spMkLst>
            <pc:docMk/>
            <pc:sldMk cId="2790474976" sldId="320"/>
            <ac:spMk id="3" creationId="{E245C744-3B39-9385-33B4-6AA5BD50AE45}"/>
          </ac:spMkLst>
        </pc:spChg>
        <pc:picChg chg="add del mod modCrop">
          <ac:chgData name="Saket Jonwal" userId="e987aff2cc526e99" providerId="LiveId" clId="{E7F24A9B-30E1-403B-835C-32C2FE2C0384}" dt="2026-03-28T18:11:39.701" v="141" actId="21"/>
          <ac:picMkLst>
            <pc:docMk/>
            <pc:sldMk cId="2790474976" sldId="320"/>
            <ac:picMk id="6" creationId="{2E28565E-3096-CDFC-740D-310F27AD0586}"/>
          </ac:picMkLst>
        </pc:picChg>
        <pc:picChg chg="add del mod modCrop">
          <ac:chgData name="Saket Jonwal" userId="e987aff2cc526e99" providerId="LiveId" clId="{E7F24A9B-30E1-403B-835C-32C2FE2C0384}" dt="2026-03-28T18:11:51.071" v="144" actId="21"/>
          <ac:picMkLst>
            <pc:docMk/>
            <pc:sldMk cId="2790474976" sldId="320"/>
            <ac:picMk id="8" creationId="{7BA9068B-498C-7F2E-B388-920149245145}"/>
          </ac:picMkLst>
        </pc:picChg>
        <pc:picChg chg="add del mod">
          <ac:chgData name="Saket Jonwal" userId="e987aff2cc526e99" providerId="LiveId" clId="{E7F24A9B-30E1-403B-835C-32C2FE2C0384}" dt="2026-03-28T18:12:01.238" v="147" actId="21"/>
          <ac:picMkLst>
            <pc:docMk/>
            <pc:sldMk cId="2790474976" sldId="320"/>
            <ac:picMk id="10" creationId="{22D9F125-E036-AE34-31CA-41A518EB9872}"/>
          </ac:picMkLst>
        </pc:picChg>
      </pc:sldChg>
      <pc:sldChg chg="addSp modSp new mod">
        <pc:chgData name="Saket Jonwal" userId="e987aff2cc526e99" providerId="LiveId" clId="{E7F24A9B-30E1-403B-835C-32C2FE2C0384}" dt="2026-03-28T18:29:19.023" v="702" actId="2711"/>
        <pc:sldMkLst>
          <pc:docMk/>
          <pc:sldMk cId="4189170318" sldId="321"/>
        </pc:sldMkLst>
        <pc:spChg chg="mod">
          <ac:chgData name="Saket Jonwal" userId="e987aff2cc526e99" providerId="LiveId" clId="{E7F24A9B-30E1-403B-835C-32C2FE2C0384}" dt="2026-03-28T18:29:19.023" v="702" actId="2711"/>
          <ac:spMkLst>
            <pc:docMk/>
            <pc:sldMk cId="4189170318" sldId="321"/>
            <ac:spMk id="2" creationId="{035D5C48-B693-2D92-A64B-79DA3F1F4C52}"/>
          </ac:spMkLst>
        </pc:spChg>
        <pc:spChg chg="mod">
          <ac:chgData name="Saket Jonwal" userId="e987aff2cc526e99" providerId="LiveId" clId="{E7F24A9B-30E1-403B-835C-32C2FE2C0384}" dt="2026-03-28T18:29:19.023" v="702" actId="2711"/>
          <ac:spMkLst>
            <pc:docMk/>
            <pc:sldMk cId="4189170318" sldId="321"/>
            <ac:spMk id="3" creationId="{07434DC7-2FB7-E0C3-5C90-0C45AA460A4A}"/>
          </ac:spMkLst>
        </pc:spChg>
        <pc:spChg chg="mod">
          <ac:chgData name="Saket Jonwal" userId="e987aff2cc526e99" providerId="LiveId" clId="{E7F24A9B-30E1-403B-835C-32C2FE2C0384}" dt="2026-03-28T18:29:19.023" v="702" actId="2711"/>
          <ac:spMkLst>
            <pc:docMk/>
            <pc:sldMk cId="4189170318" sldId="321"/>
            <ac:spMk id="4" creationId="{8D8D07D4-210D-05E1-0F6A-90758B7498C4}"/>
          </ac:spMkLst>
        </pc:spChg>
        <pc:spChg chg="mod">
          <ac:chgData name="Saket Jonwal" userId="e987aff2cc526e99" providerId="LiveId" clId="{E7F24A9B-30E1-403B-835C-32C2FE2C0384}" dt="2026-03-28T18:29:19.023" v="702" actId="2711"/>
          <ac:spMkLst>
            <pc:docMk/>
            <pc:sldMk cId="4189170318" sldId="321"/>
            <ac:spMk id="5" creationId="{B6727C09-C34B-8775-4D2D-6C47179CC441}"/>
          </ac:spMkLst>
        </pc:spChg>
        <pc:spChg chg="add mod">
          <ac:chgData name="Saket Jonwal" userId="e987aff2cc526e99" providerId="LiveId" clId="{E7F24A9B-30E1-403B-835C-32C2FE2C0384}" dt="2026-03-28T18:29:19.023" v="702" actId="2711"/>
          <ac:spMkLst>
            <pc:docMk/>
            <pc:sldMk cId="4189170318" sldId="321"/>
            <ac:spMk id="9" creationId="{C234D74D-D063-482D-D868-C02FA593E605}"/>
          </ac:spMkLst>
        </pc:spChg>
        <pc:picChg chg="add mod">
          <ac:chgData name="Saket Jonwal" userId="e987aff2cc526e99" providerId="LiveId" clId="{E7F24A9B-30E1-403B-835C-32C2FE2C0384}" dt="2026-03-28T18:11:47.551" v="143" actId="1076"/>
          <ac:picMkLst>
            <pc:docMk/>
            <pc:sldMk cId="4189170318" sldId="321"/>
            <ac:picMk id="6" creationId="{2E28565E-3096-CDFC-740D-310F27AD0586}"/>
          </ac:picMkLst>
        </pc:picChg>
        <pc:picChg chg="add mod">
          <ac:chgData name="Saket Jonwal" userId="e987aff2cc526e99" providerId="LiveId" clId="{E7F24A9B-30E1-403B-835C-32C2FE2C0384}" dt="2026-03-28T18:11:57.323" v="146" actId="1076"/>
          <ac:picMkLst>
            <pc:docMk/>
            <pc:sldMk cId="4189170318" sldId="321"/>
            <ac:picMk id="8" creationId="{7BA9068B-498C-7F2E-B388-920149245145}"/>
          </ac:picMkLst>
        </pc:picChg>
        <pc:picChg chg="add mod">
          <ac:chgData name="Saket Jonwal" userId="e987aff2cc526e99" providerId="LiveId" clId="{E7F24A9B-30E1-403B-835C-32C2FE2C0384}" dt="2026-03-28T18:12:06.660" v="149" actId="1076"/>
          <ac:picMkLst>
            <pc:docMk/>
            <pc:sldMk cId="4189170318" sldId="321"/>
            <ac:picMk id="10" creationId="{22D9F125-E036-AE34-31CA-41A518EB9872}"/>
          </ac:picMkLst>
        </pc:picChg>
        <pc:picChg chg="add mod">
          <ac:chgData name="Saket Jonwal" userId="e987aff2cc526e99" providerId="LiveId" clId="{E7F24A9B-30E1-403B-835C-32C2FE2C0384}" dt="2026-03-28T18:13:16.683" v="184" actId="1076"/>
          <ac:picMkLst>
            <pc:docMk/>
            <pc:sldMk cId="4189170318" sldId="321"/>
            <ac:picMk id="12" creationId="{8F32ACB6-1133-1BB6-1C57-CED67C2B94B1}"/>
          </ac:picMkLst>
        </pc:picChg>
        <pc:picChg chg="add mod modCrop">
          <ac:chgData name="Saket Jonwal" userId="e987aff2cc526e99" providerId="LiveId" clId="{E7F24A9B-30E1-403B-835C-32C2FE2C0384}" dt="2026-03-28T18:16:38.488" v="212" actId="1076"/>
          <ac:picMkLst>
            <pc:docMk/>
            <pc:sldMk cId="4189170318" sldId="321"/>
            <ac:picMk id="14" creationId="{3320A085-98CD-55C8-A926-965FD2F7DF08}"/>
          </ac:picMkLst>
        </pc:picChg>
        <pc:picChg chg="add mod">
          <ac:chgData name="Saket Jonwal" userId="e987aff2cc526e99" providerId="LiveId" clId="{E7F24A9B-30E1-403B-835C-32C2FE2C0384}" dt="2026-03-28T18:17:26.212" v="239" actId="1076"/>
          <ac:picMkLst>
            <pc:docMk/>
            <pc:sldMk cId="4189170318" sldId="321"/>
            <ac:picMk id="16" creationId="{9884BFF8-7BC4-D7E6-F90E-03509A027727}"/>
          </ac:picMkLst>
        </pc:picChg>
        <pc:picChg chg="add mod">
          <ac:chgData name="Saket Jonwal" userId="e987aff2cc526e99" providerId="LiveId" clId="{E7F24A9B-30E1-403B-835C-32C2FE2C0384}" dt="2026-03-28T18:20:56.906" v="491" actId="1076"/>
          <ac:picMkLst>
            <pc:docMk/>
            <pc:sldMk cId="4189170318" sldId="321"/>
            <ac:picMk id="18" creationId="{796F6324-70A4-B773-712E-18A6D2077485}"/>
          </ac:picMkLst>
        </pc:picChg>
        <pc:picChg chg="add mod">
          <ac:chgData name="Saket Jonwal" userId="e987aff2cc526e99" providerId="LiveId" clId="{E7F24A9B-30E1-403B-835C-32C2FE2C0384}" dt="2026-03-28T18:21:44.469" v="517" actId="1076"/>
          <ac:picMkLst>
            <pc:docMk/>
            <pc:sldMk cId="4189170318" sldId="321"/>
            <ac:picMk id="20" creationId="{D78EC604-AB2B-4EE5-6EA9-8EEF6CF3981C}"/>
          </ac:picMkLst>
        </pc:picChg>
      </pc:sldChg>
      <pc:sldChg chg="modSp new mod ord">
        <pc:chgData name="Saket Jonwal" userId="e987aff2cc526e99" providerId="LiveId" clId="{E7F24A9B-30E1-403B-835C-32C2FE2C0384}" dt="2026-03-28T18:29:34.502" v="704" actId="2711"/>
        <pc:sldMkLst>
          <pc:docMk/>
          <pc:sldMk cId="795637569" sldId="322"/>
        </pc:sldMkLst>
        <pc:spChg chg="mod">
          <ac:chgData name="Saket Jonwal" userId="e987aff2cc526e99" providerId="LiveId" clId="{E7F24A9B-30E1-403B-835C-32C2FE2C0384}" dt="2026-03-28T18:29:34.502" v="704" actId="2711"/>
          <ac:spMkLst>
            <pc:docMk/>
            <pc:sldMk cId="795637569" sldId="322"/>
            <ac:spMk id="2" creationId="{60D58B7C-1940-1B8E-236E-F0F64071BBB7}"/>
          </ac:spMkLst>
        </pc:spChg>
        <pc:spChg chg="mod">
          <ac:chgData name="Saket Jonwal" userId="e987aff2cc526e99" providerId="LiveId" clId="{E7F24A9B-30E1-403B-835C-32C2FE2C0384}" dt="2026-03-28T18:29:34.502" v="704" actId="2711"/>
          <ac:spMkLst>
            <pc:docMk/>
            <pc:sldMk cId="795637569" sldId="322"/>
            <ac:spMk id="3" creationId="{32CC28F4-1E4D-56E5-98B5-DBAEDC5CEFF4}"/>
          </ac:spMkLst>
        </pc:spChg>
        <pc:spChg chg="mod">
          <ac:chgData name="Saket Jonwal" userId="e987aff2cc526e99" providerId="LiveId" clId="{E7F24A9B-30E1-403B-835C-32C2FE2C0384}" dt="2026-03-28T18:29:34.502" v="704" actId="2711"/>
          <ac:spMkLst>
            <pc:docMk/>
            <pc:sldMk cId="795637569" sldId="322"/>
            <ac:spMk id="4" creationId="{E1261545-B22A-E50C-730B-5DC153749A10}"/>
          </ac:spMkLst>
        </pc:spChg>
      </pc:sldChg>
      <pc:sldChg chg="addSp delSp modSp new mod">
        <pc:chgData name="Saket Jonwal" userId="e987aff2cc526e99" providerId="LiveId" clId="{E7F24A9B-30E1-403B-835C-32C2FE2C0384}" dt="2026-03-29T12:43:23.352" v="745" actId="1076"/>
        <pc:sldMkLst>
          <pc:docMk/>
          <pc:sldMk cId="2539227690" sldId="323"/>
        </pc:sldMkLst>
        <pc:spChg chg="del">
          <ac:chgData name="Saket Jonwal" userId="e987aff2cc526e99" providerId="LiveId" clId="{E7F24A9B-30E1-403B-835C-32C2FE2C0384}" dt="2026-03-28T18:21:56.810" v="521" actId="478"/>
          <ac:spMkLst>
            <pc:docMk/>
            <pc:sldMk cId="2539227690" sldId="323"/>
            <ac:spMk id="2" creationId="{50799FF2-4B29-E733-D176-A9457FF68F93}"/>
          </ac:spMkLst>
        </pc:spChg>
        <pc:spChg chg="mod">
          <ac:chgData name="Saket Jonwal" userId="e987aff2cc526e99" providerId="LiveId" clId="{E7F24A9B-30E1-403B-835C-32C2FE2C0384}" dt="2026-03-29T12:43:15.237" v="742" actId="20577"/>
          <ac:spMkLst>
            <pc:docMk/>
            <pc:sldMk cId="2539227690" sldId="323"/>
            <ac:spMk id="3" creationId="{1DE0D6D1-0579-DDD0-E324-029BE2851FC9}"/>
          </ac:spMkLst>
        </pc:spChg>
        <pc:spChg chg="mod">
          <ac:chgData name="Saket Jonwal" userId="e987aff2cc526e99" providerId="LiveId" clId="{E7F24A9B-30E1-403B-835C-32C2FE2C0384}" dt="2026-03-28T18:29:26.332" v="703" actId="2711"/>
          <ac:spMkLst>
            <pc:docMk/>
            <pc:sldMk cId="2539227690" sldId="323"/>
            <ac:spMk id="4" creationId="{16B35B1F-CCDA-F43D-32D3-DF9169818430}"/>
          </ac:spMkLst>
        </pc:spChg>
        <pc:spChg chg="mod">
          <ac:chgData name="Saket Jonwal" userId="e987aff2cc526e99" providerId="LiveId" clId="{E7F24A9B-30E1-403B-835C-32C2FE2C0384}" dt="2026-03-28T18:29:26.332" v="703" actId="2711"/>
          <ac:spMkLst>
            <pc:docMk/>
            <pc:sldMk cId="2539227690" sldId="323"/>
            <ac:spMk id="5" creationId="{BA75FFBE-1A7B-9F20-8589-D98519E5136A}"/>
          </ac:spMkLst>
        </pc:spChg>
        <pc:picChg chg="add mod">
          <ac:chgData name="Saket Jonwal" userId="e987aff2cc526e99" providerId="LiveId" clId="{E7F24A9B-30E1-403B-835C-32C2FE2C0384}" dt="2026-03-29T12:43:23.352" v="745" actId="1076"/>
          <ac:picMkLst>
            <pc:docMk/>
            <pc:sldMk cId="2539227690" sldId="323"/>
            <ac:picMk id="6" creationId="{1E006B4B-A924-0E95-C980-17E99497EBCC}"/>
          </ac:picMkLst>
        </pc:picChg>
        <pc:picChg chg="add mod">
          <ac:chgData name="Saket Jonwal" userId="e987aff2cc526e99" providerId="LiveId" clId="{E7F24A9B-30E1-403B-835C-32C2FE2C0384}" dt="2026-03-28T18:22:44.873" v="554" actId="1076"/>
          <ac:picMkLst>
            <pc:docMk/>
            <pc:sldMk cId="2539227690" sldId="323"/>
            <ac:picMk id="7" creationId="{28399EEC-FEA0-DEAD-D864-68B038DDDE59}"/>
          </ac:picMkLst>
        </pc:picChg>
        <pc:picChg chg="add mod modCrop">
          <ac:chgData name="Saket Jonwal" userId="e987aff2cc526e99" providerId="LiveId" clId="{E7F24A9B-30E1-403B-835C-32C2FE2C0384}" dt="2026-03-28T18:24:58.395" v="594" actId="1076"/>
          <ac:picMkLst>
            <pc:docMk/>
            <pc:sldMk cId="2539227690" sldId="323"/>
            <ac:picMk id="9" creationId="{930ACF58-70CF-CE84-1A23-EC19AE093313}"/>
          </ac:picMkLst>
        </pc:picChg>
        <pc:picChg chg="add mod">
          <ac:chgData name="Saket Jonwal" userId="e987aff2cc526e99" providerId="LiveId" clId="{E7F24A9B-30E1-403B-835C-32C2FE2C0384}" dt="2026-03-28T18:25:47.636" v="616" actId="1076"/>
          <ac:picMkLst>
            <pc:docMk/>
            <pc:sldMk cId="2539227690" sldId="323"/>
            <ac:picMk id="11" creationId="{A525E40D-D983-34C1-0D45-E894268A62D2}"/>
          </ac:picMkLst>
        </pc:picChg>
        <pc:picChg chg="add mod">
          <ac:chgData name="Saket Jonwal" userId="e987aff2cc526e99" providerId="LiveId" clId="{E7F24A9B-30E1-403B-835C-32C2FE2C0384}" dt="2026-03-28T18:26:53.126" v="647" actId="1076"/>
          <ac:picMkLst>
            <pc:docMk/>
            <pc:sldMk cId="2539227690" sldId="323"/>
            <ac:picMk id="13" creationId="{2F28BC27-E8EC-6B0C-1F56-5F5E0D25F208}"/>
          </ac:picMkLst>
        </pc:picChg>
        <pc:picChg chg="add mod">
          <ac:chgData name="Saket Jonwal" userId="e987aff2cc526e99" providerId="LiveId" clId="{E7F24A9B-30E1-403B-835C-32C2FE2C0384}" dt="2026-03-28T18:27:45.628" v="676" actId="1076"/>
          <ac:picMkLst>
            <pc:docMk/>
            <pc:sldMk cId="2539227690" sldId="323"/>
            <ac:picMk id="15" creationId="{8037DAEE-C68B-6AF9-E964-71862AFC8B5B}"/>
          </ac:picMkLst>
        </pc:picChg>
        <pc:picChg chg="add mod">
          <ac:chgData name="Saket Jonwal" userId="e987aff2cc526e99" providerId="LiveId" clId="{E7F24A9B-30E1-403B-835C-32C2FE2C0384}" dt="2026-03-28T18:28:26.576" v="699" actId="1076"/>
          <ac:picMkLst>
            <pc:docMk/>
            <pc:sldMk cId="2539227690" sldId="323"/>
            <ac:picMk id="17" creationId="{0961039C-11B1-0D57-D0AF-E5EFF016DA80}"/>
          </ac:picMkLst>
        </pc:picChg>
      </pc:sldChg>
      <pc:sldChg chg="new del">
        <pc:chgData name="Saket Jonwal" userId="e987aff2cc526e99" providerId="LiveId" clId="{E7F24A9B-30E1-403B-835C-32C2FE2C0384}" dt="2026-03-28T18:21:51.160" v="519" actId="680"/>
        <pc:sldMkLst>
          <pc:docMk/>
          <pc:sldMk cId="2946271099" sldId="32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30655-6CA4-4D7E-B953-790B9426871E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33A8-2F25-4EDB-9B8B-E18F2AE11536}" type="datetime1">
              <a:rPr lang="en-US" smtClean="0"/>
              <a:t>3/30/2026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00D8-D3E7-42E1-B31C-26364C709B9D}" type="datetime1">
              <a:rPr lang="en-US" smtClean="0"/>
              <a:t>3/30/2026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C6AC-0A35-42AE-B2E6-F9E7E8ACDE41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C09A-0E7C-4F07-A728-804FB31E01BE}" type="datetime1">
              <a:rPr lang="en-US" smtClean="0"/>
              <a:t>3/30/2026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82C3E7-33AA-4C2E-BF9F-0D102BA3154D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A000E-993A-4E33-A7D3-833769C1FA27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1ABAD-0A5E-4DA7-A9CD-D8911B0BB41B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326E91CE-E013-4C9E-8B76-C91BCA13CA61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Relationship Id="rId9" Type="http://schemas.openxmlformats.org/officeDocument/2006/relationships/image" Target="../media/image9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 /><Relationship Id="rId3" Type="http://schemas.openxmlformats.org/officeDocument/2006/relationships/image" Target="../media/image11.png" /><Relationship Id="rId7" Type="http://schemas.openxmlformats.org/officeDocument/2006/relationships/image" Target="../media/image15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14.png" /><Relationship Id="rId5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F88E0-2D6B-F23C-2693-9D5F1C9F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471F8-55B2-3E4C-9B73-C3DB1A893BE2}"/>
              </a:ext>
            </a:extLst>
          </p:cNvPr>
          <p:cNvSpPr txBox="1"/>
          <p:nvPr/>
        </p:nvSpPr>
        <p:spPr>
          <a:xfrm>
            <a:off x="1534668" y="2057906"/>
            <a:ext cx="10232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LNP Manufacturing and Process     </a:t>
            </a:r>
          </a:p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Simulation</a:t>
            </a:r>
            <a:endParaRPr lang="en-IN" sz="5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EED14-BB8F-2B6E-573E-BB01F0454DD1}"/>
              </a:ext>
            </a:extLst>
          </p:cNvPr>
          <p:cNvSpPr txBox="1"/>
          <p:nvPr/>
        </p:nvSpPr>
        <p:spPr>
          <a:xfrm>
            <a:off x="5128260" y="1873240"/>
            <a:ext cx="5961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 299 presentation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E313D-7B1D-B6B4-4094-4008CCCEEF2A}"/>
              </a:ext>
            </a:extLst>
          </p:cNvPr>
          <p:cNvSpPr txBox="1"/>
          <p:nvPr/>
        </p:nvSpPr>
        <p:spPr>
          <a:xfrm>
            <a:off x="7915656" y="4322064"/>
            <a:ext cx="4526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Prof. Kaustubh S. Rane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Chemical Engineering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38E97-A9BD-C4C8-D872-0F9A95D67111}"/>
              </a:ext>
            </a:extLst>
          </p:cNvPr>
          <p:cNvSpPr txBox="1"/>
          <p:nvPr/>
        </p:nvSpPr>
        <p:spPr>
          <a:xfrm>
            <a:off x="911352" y="4322064"/>
            <a:ext cx="3849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Rhythem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Soni 24110296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Aman Bola 24110032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Saket Jonwal 24110311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364D75EF-2CC9-7EEB-1DBE-EA0605B2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757" y="415335"/>
            <a:ext cx="1388102" cy="138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F0C140A-20AD-69BF-589F-D2CDF172898F}"/>
              </a:ext>
            </a:extLst>
          </p:cNvPr>
          <p:cNvSpPr txBox="1">
            <a:spLocks/>
          </p:cNvSpPr>
          <p:nvPr/>
        </p:nvSpPr>
        <p:spPr>
          <a:xfrm>
            <a:off x="10817711" y="64420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0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C1BE-36F5-DE0E-075E-69153BE2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377" y="-128261"/>
            <a:ext cx="9601200" cy="1142385"/>
          </a:xfrm>
        </p:spPr>
        <p:txBody>
          <a:bodyPr/>
          <a:lstStyle/>
          <a:p>
            <a:r>
              <a:rPr lang="en-US">
                <a:cs typeface="Arial"/>
              </a:rPr>
              <a:t>Energy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6C3623-1693-65DA-638D-B39C266702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21377" y="1461654"/>
          <a:ext cx="9601200" cy="11125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420248364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644447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Flow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Power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1–10 mL/min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~10 W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944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10–50 mL/min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~15–20 W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2683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FCA97E-42D3-E917-989C-0B381D8D95F5}"/>
              </a:ext>
            </a:extLst>
          </p:cNvPr>
          <p:cNvGraphicFramePr>
            <a:graphicFrameLocks noGrp="1"/>
          </p:cNvGraphicFramePr>
          <p:nvPr/>
        </p:nvGraphicFramePr>
        <p:xfrm>
          <a:off x="129886" y="3134590"/>
          <a:ext cx="4064000" cy="221318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13991896"/>
                    </a:ext>
                  </a:extLst>
                </a:gridCol>
              </a:tblGrid>
              <a:tr h="14816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227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950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1118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8827974-7772-51F8-A4FA-44F12DFCA844}"/>
              </a:ext>
            </a:extLst>
          </p:cNvPr>
          <p:cNvSpPr txBox="1"/>
          <p:nvPr/>
        </p:nvSpPr>
        <p:spPr>
          <a:xfrm>
            <a:off x="1307983" y="1085068"/>
            <a:ext cx="95856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Syringe Pump :</a:t>
            </a:r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AD1C7-AAFC-66B4-452F-DE2F2BAC59B3}"/>
              </a:ext>
            </a:extLst>
          </p:cNvPr>
          <p:cNvSpPr txBox="1"/>
          <p:nvPr/>
        </p:nvSpPr>
        <p:spPr>
          <a:xfrm>
            <a:off x="1290205" y="2658341"/>
            <a:ext cx="787977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2D2E2D"/>
                </a:solidFill>
                <a:ea typeface="+mn-lt"/>
                <a:cs typeface="+mn-lt"/>
              </a:rPr>
              <a:t>Peristaltic</a:t>
            </a:r>
            <a:r>
              <a:rPr lang="en-US" sz="1800" b="1" baseline="0">
                <a:solidFill>
                  <a:srgbClr val="2D2E2D"/>
                </a:solidFill>
                <a:ea typeface="+mn-lt"/>
                <a:cs typeface="+mn-lt"/>
              </a:rPr>
              <a:t> Pump</a:t>
            </a:r>
            <a:r>
              <a:rPr lang="en-US" b="1">
                <a:solidFill>
                  <a:srgbClr val="2D2E2D"/>
                </a:solidFill>
                <a:ea typeface="+mn-lt"/>
                <a:cs typeface="+mn-lt"/>
              </a:rPr>
              <a:t> :</a:t>
            </a:r>
            <a:endParaRPr lang="en-US">
              <a:ea typeface="+mn-lt"/>
              <a:cs typeface="+mn-lt"/>
            </a:endParaRPr>
          </a:p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96376B4-683D-FC16-7131-E3A60E7E78EB}"/>
              </a:ext>
            </a:extLst>
          </p:cNvPr>
          <p:cNvGraphicFramePr>
            <a:graphicFrameLocks noGrp="1"/>
          </p:cNvGraphicFramePr>
          <p:nvPr/>
        </p:nvGraphicFramePr>
        <p:xfrm>
          <a:off x="1286741" y="3132988"/>
          <a:ext cx="9601200" cy="112888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40917467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111592753"/>
                    </a:ext>
                  </a:extLst>
                </a:gridCol>
              </a:tblGrid>
              <a:tr h="376295"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2D2E2D"/>
                          </a:solidFill>
                          <a:effectLst/>
                          <a:latin typeface="Arial"/>
                          <a:cs typeface="Arial"/>
                        </a:rPr>
                        <a:t>Flow Rate</a:t>
                      </a:r>
                      <a:endParaRPr lang="en-US"/>
                    </a:p>
                  </a:txBody>
                  <a:tcPr marL="74066" marR="74066" marT="37033" marB="37033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2D2E2D"/>
                          </a:solidFill>
                          <a:effectLst/>
                          <a:latin typeface="Arial"/>
                          <a:cs typeface="Arial"/>
                        </a:rPr>
                        <a:t>Power</a:t>
                      </a:r>
                      <a:endParaRPr lang="en-US" b="1" i="0" u="none" strike="noStrike" noProof="0">
                        <a:solidFill>
                          <a:srgbClr val="2D2E2D"/>
                        </a:solidFill>
                        <a:latin typeface="Arial"/>
                        <a:cs typeface="Arial"/>
                      </a:endParaRPr>
                    </a:p>
                  </a:txBody>
                  <a:tcPr marL="74066" marR="74066" marT="37033" marB="37033"/>
                </a:tc>
                <a:extLst>
                  <a:ext uri="{0D108BD9-81ED-4DB2-BD59-A6C34878D82A}">
                    <a16:rowId xmlns:a16="http://schemas.microsoft.com/office/drawing/2014/main" val="143656647"/>
                  </a:ext>
                </a:extLst>
              </a:tr>
              <a:tr h="376295"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rial"/>
                          <a:cs typeface="Arial"/>
                        </a:rPr>
                        <a:t>10–50 mL/min</a:t>
                      </a:r>
                      <a:endParaRPr lang="en-US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4066" marR="74066" marT="37033" marB="37033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20–40 W</a:t>
                      </a:r>
                    </a:p>
                  </a:txBody>
                  <a:tcPr marL="74066" marR="74066" marT="37033" marB="37033"/>
                </a:tc>
                <a:extLst>
                  <a:ext uri="{0D108BD9-81ED-4DB2-BD59-A6C34878D82A}">
                    <a16:rowId xmlns:a16="http://schemas.microsoft.com/office/drawing/2014/main" val="195009118"/>
                  </a:ext>
                </a:extLst>
              </a:tr>
              <a:tr h="376295"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rial"/>
                          <a:cs typeface="Arial"/>
                        </a:rPr>
                        <a:t>50–100 mL/min</a:t>
                      </a:r>
                      <a:endParaRPr lang="en-US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4066" marR="74066" marT="37033" marB="37033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rial"/>
                          <a:cs typeface="Arial"/>
                        </a:rPr>
                        <a:t>40–80 W</a:t>
                      </a:r>
                      <a:endParaRPr lang="en-US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4066" marR="74066" marT="37033" marB="37033"/>
                </a:tc>
                <a:extLst>
                  <a:ext uri="{0D108BD9-81ED-4DB2-BD59-A6C34878D82A}">
                    <a16:rowId xmlns:a16="http://schemas.microsoft.com/office/drawing/2014/main" val="224074289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34D21EC-E536-2F33-817A-0B4783C2E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707732"/>
              </p:ext>
            </p:extLst>
          </p:nvPr>
        </p:nvGraphicFramePr>
        <p:xfrm>
          <a:off x="1290204" y="4449734"/>
          <a:ext cx="12192000" cy="11887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462947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TFF circulation pump  :- </a:t>
                      </a:r>
                      <a:r>
                        <a:rPr lang="en-US" sz="1800" b="0" i="0" u="none" strike="noStrike" noProof="0">
                          <a:solidFill>
                            <a:srgbClr val="2D2E2D"/>
                          </a:solidFill>
                          <a:latin typeface="Arial"/>
                          <a:cs typeface="Arial"/>
                        </a:rPr>
                        <a:t>80–120 W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 err="1">
                          <a:solidFill>
                            <a:srgbClr val="2D2E2D"/>
                          </a:solidFill>
                          <a:latin typeface="Arial"/>
                          <a:cs typeface="Arial"/>
                        </a:rPr>
                        <a:t>OverHead</a:t>
                      </a:r>
                      <a:r>
                        <a:rPr lang="en-US" sz="1800" b="1" i="0" u="none" strike="noStrike" noProof="0" dirty="0">
                          <a:solidFill>
                            <a:srgbClr val="2D2E2D"/>
                          </a:solidFill>
                          <a:latin typeface="Arial"/>
                          <a:cs typeface="Arial"/>
                        </a:rPr>
                        <a:t> Stirrer :- </a:t>
                      </a:r>
                      <a:r>
                        <a:rPr lang="en-US" b="0" dirty="0"/>
                        <a:t>50–100 W</a:t>
                      </a:r>
                      <a:endParaRPr lang="en-US" sz="1800" b="0" i="0" u="none" strike="noStrike" noProof="0" dirty="0">
                        <a:solidFill>
                          <a:srgbClr val="2D2E2D"/>
                        </a:solidFill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Magnetic stirrer :-  </a:t>
                      </a:r>
                      <a:r>
                        <a:rPr lang="en-US" sz="1800" b="0" i="0" u="none" strike="noStrike" noProof="0">
                          <a:solidFill>
                            <a:srgbClr val="2D2E2D"/>
                          </a:solidFill>
                          <a:latin typeface="Arial"/>
                          <a:cs typeface="Arial"/>
                        </a:rPr>
                        <a:t>5–15 W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Total power :- </a:t>
                      </a:r>
                      <a:r>
                        <a:rPr lang="en-US" b="0"/>
                        <a:t>695</a:t>
                      </a:r>
                      <a:r>
                        <a:rPr lang="en-US" b="0" dirty="0"/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122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709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5C48-B693-2D92-A64B-79DA3F1F4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81068"/>
            <a:ext cx="9601200" cy="114238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 AS P&amp;ID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34DC7-2FB7-E0C3-5C90-0C45AA460A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Indicator(LI)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Transmitter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Valve 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transmitter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D07D4-210D-05E1-0F6A-90758B7498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flow valve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transmitter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controller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Conductivity sensor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27C09-C34B-8775-4D2D-6C47179CC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8565E-3096-CDFC-740D-310F27AD05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422"/>
          <a:stretch>
            <a:fillRect/>
          </a:stretch>
        </p:blipFill>
        <p:spPr>
          <a:xfrm>
            <a:off x="3857754" y="1981199"/>
            <a:ext cx="688956" cy="704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A9068B-498C-7F2E-B388-9201492451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09" b="1709"/>
          <a:stretch/>
        </p:blipFill>
        <p:spPr>
          <a:xfrm>
            <a:off x="3857754" y="3020519"/>
            <a:ext cx="616821" cy="5686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D9F125-E036-AE34-31CA-41A518EB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023" y="3801049"/>
            <a:ext cx="1000281" cy="8891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34D74D-D063-482D-D868-C02FA593E605}"/>
              </a:ext>
            </a:extLst>
          </p:cNvPr>
          <p:cNvSpPr txBox="1"/>
          <p:nvPr/>
        </p:nvSpPr>
        <p:spPr>
          <a:xfrm>
            <a:off x="1295400" y="1494294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elements that we use in the P&amp;ID.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32ACB6-1133-1BB6-1C57-CED67C2B9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575" y="4956366"/>
            <a:ext cx="606566" cy="5686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20A085-98CD-55C8-A926-965FD2F7DF0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642"/>
          <a:stretch>
            <a:fillRect/>
          </a:stretch>
        </p:blipFill>
        <p:spPr>
          <a:xfrm rot="5400000">
            <a:off x="8973458" y="1953114"/>
            <a:ext cx="414826" cy="6168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84BFF8-7BC4-D7E6-F90E-03509A0277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989" y="2860345"/>
            <a:ext cx="598584" cy="5686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6F6324-70A4-B773-712E-18A6D20774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5183" y="3901632"/>
            <a:ext cx="331375" cy="5686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8EC604-AB2B-4EE5-6EA9-8EEF6CF398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1891" y="4861695"/>
            <a:ext cx="589334" cy="56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7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0D6D1-0579-DDD0-E324-029BE2851F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Controller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Shutdown (ESD)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line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Pressure Indicator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35B1F-CCDA-F43D-32D3-DF91698184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transmitter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controller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loop line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5FFBE-1A7B-9F20-8589-D98519E5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399EEC-FEA0-DEAD-D864-68B038DDD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947" y="1889091"/>
            <a:ext cx="763358" cy="6076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0ACF58-70CF-CE84-1A23-EC19AE0933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2" t="7692" r="11033" b="5260"/>
          <a:stretch>
            <a:fillRect/>
          </a:stretch>
        </p:blipFill>
        <p:spPr>
          <a:xfrm>
            <a:off x="4959477" y="2950083"/>
            <a:ext cx="706755" cy="4229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25E40D-D983-34C1-0D45-E894268A6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9786" y="1889091"/>
            <a:ext cx="767935" cy="699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28BC27-E8EC-6B0C-1F56-5F5E0D25F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7491" y="2970741"/>
            <a:ext cx="767935" cy="4022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37DAEE-C68B-6AF9-E964-71862AFC8B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0502" y="3886199"/>
            <a:ext cx="1033606" cy="5906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61039C-11B1-0D57-D0AF-E5EFF016DA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4110" y="3918946"/>
            <a:ext cx="1019286" cy="44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006B4B-A924-0E95-C980-17E99497EB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3793" y="4748878"/>
            <a:ext cx="1033607" cy="85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22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8B7C-1940-1B8E-236E-F0F64071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there is no Cooling for Mixer?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C28F4-1E4D-56E5-98B5-DBAEDC5CE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Low flow rate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not much increment in temperature at lab scale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1545-B22A-E50C-730B-5DC153749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63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BB4F-9D9E-B929-505E-E8AB322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Resource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92CB6-94B3-DFEC-0872-BD27EE5D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P. R. Cullis and M. J. Hope, “Lipid nanoparticle systems for enabling gene therapies,” </a:t>
            </a:r>
            <a:r>
              <a:rPr lang="en-US" i="1">
                <a:ea typeface="+mn-lt"/>
                <a:cs typeface="+mn-lt"/>
              </a:rPr>
              <a:t>Molecular Therapy</a:t>
            </a:r>
            <a:r>
              <a:rPr lang="en-US">
                <a:ea typeface="+mn-lt"/>
                <a:cs typeface="+mn-lt"/>
              </a:rPr>
              <a:t>, 2017</a:t>
            </a:r>
          </a:p>
          <a:p>
            <a:pPr>
              <a:buClr>
                <a:srgbClr val="A43F27"/>
              </a:buClr>
            </a:pPr>
            <a:r>
              <a:rPr lang="en-US">
                <a:ea typeface="+mn-lt"/>
                <a:cs typeface="+mn-lt"/>
              </a:rPr>
              <a:t>K. A. Whitehead </a:t>
            </a:r>
            <a:r>
              <a:rPr lang="en-US" i="1">
                <a:ea typeface="+mn-lt"/>
                <a:cs typeface="+mn-lt"/>
              </a:rPr>
              <a:t>et al.</a:t>
            </a:r>
            <a:r>
              <a:rPr lang="en-US">
                <a:ea typeface="+mn-lt"/>
                <a:cs typeface="+mn-lt"/>
              </a:rPr>
              <a:t>, “Formulations and methods for delivery of nucleic acids,” US Patent US20180208676A1, 2018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A43F27"/>
              </a:buClr>
            </a:pPr>
            <a:r>
              <a:rPr lang="en-US">
                <a:ea typeface="+mn-lt"/>
                <a:cs typeface="+mn-lt"/>
              </a:rPr>
              <a:t>J. R. Bourne and R. G. K. Friberg, “Mixing apparatus and method,” US6874900B2, Apr. 5, 2005.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A43F27"/>
              </a:buClr>
            </a:pPr>
            <a:r>
              <a:rPr lang="en-US">
                <a:ea typeface="+mn-lt"/>
                <a:cs typeface="+mn-lt"/>
              </a:rPr>
              <a:t>J. R. M. Clark et al., “Bioreactor mixing system,” US20110223636A1, Sep. 15, 2011.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A43F27"/>
              </a:buClr>
            </a:pPr>
            <a:r>
              <a:rPr lang="en-US">
                <a:ea typeface="+mn-lt"/>
                <a:cs typeface="+mn-lt"/>
              </a:rPr>
              <a:t>D. J. McCarthy, “Agitation system with impeller,” US20100060325A1, Mar. 11, 2010.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A43F27"/>
              </a:buClr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A0B4B-2D03-6DFB-5A27-BEB435A5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18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D30820-4AB0-05C2-DA01-0277258B809D}"/>
              </a:ext>
            </a:extLst>
          </p:cNvPr>
          <p:cNvSpPr txBox="1"/>
          <p:nvPr/>
        </p:nvSpPr>
        <p:spPr>
          <a:xfrm>
            <a:off x="3419856" y="2413337"/>
            <a:ext cx="6373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0FB0F7-B3F2-CB87-A851-B53232DE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6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24</TotalTime>
  <Words>120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Diamond Grid 16x9</vt:lpstr>
      <vt:lpstr>PowerPoint Presentation</vt:lpstr>
      <vt:lpstr>Energy</vt:lpstr>
      <vt:lpstr>PAT AS P&amp;ID</vt:lpstr>
      <vt:lpstr>PowerPoint Presentation</vt:lpstr>
      <vt:lpstr>Why there is no Cooling for Mixer? </vt:lpstr>
      <vt:lpstr>Resource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Saket Jonwal</dc:creator>
  <cp:lastModifiedBy>Saket Jonwal</cp:lastModifiedBy>
  <cp:revision>2</cp:revision>
  <dcterms:created xsi:type="dcterms:W3CDTF">2026-03-28T18:04:41Z</dcterms:created>
  <dcterms:modified xsi:type="dcterms:W3CDTF">2026-03-30T06:11:16Z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